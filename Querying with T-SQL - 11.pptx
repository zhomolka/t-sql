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commentAuthors.xml" ContentType="application/vnd.openxmlformats-officedocument.presentationml.commentAuthor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4"/>
  </p:sldMasterIdLst>
  <p:notesMasterIdLst>
    <p:notesMasterId r:id="rId17"/>
  </p:notesMasterIdLst>
  <p:handoutMasterIdLst>
    <p:handoutMasterId r:id="rId18"/>
  </p:handoutMasterIdLst>
  <p:sldIdLst>
    <p:sldId id="277" r:id="rId5"/>
    <p:sldId id="278" r:id="rId6"/>
    <p:sldId id="280" r:id="rId7"/>
    <p:sldId id="281" r:id="rId8"/>
    <p:sldId id="282" r:id="rId9"/>
    <p:sldId id="283" r:id="rId10"/>
    <p:sldId id="284" r:id="rId11"/>
    <p:sldId id="285" r:id="rId12"/>
    <p:sldId id="286" r:id="rId13"/>
    <p:sldId id="287" r:id="rId14"/>
    <p:sldId id="279"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Aut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050"/>
    <a:srgbClr val="007233"/>
    <a:srgbClr val="86C400"/>
    <a:srgbClr val="82BF36"/>
    <a:srgbClr val="7FBA00"/>
    <a:srgbClr val="1F497D"/>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91" autoAdjust="0"/>
    <p:restoredTop sz="94660"/>
  </p:normalViewPr>
  <p:slideViewPr>
    <p:cSldViewPr snapToGrid="0">
      <p:cViewPr varScale="1">
        <p:scale>
          <a:sx n="84" d="100"/>
          <a:sy n="84" d="100"/>
        </p:scale>
        <p:origin x="-67" y="-110"/>
      </p:cViewPr>
      <p:guideLst>
        <p:guide orient="horz" pos="2160"/>
        <p:guide pos="3840"/>
      </p:guideLst>
    </p:cSldViewPr>
  </p:slideViewPr>
  <p:notesTextViewPr>
    <p:cViewPr>
      <p:scale>
        <a:sx n="1" d="1"/>
        <a:sy n="1" d="1"/>
      </p:scale>
      <p:origin x="0" y="0"/>
    </p:cViewPr>
  </p:notesTextViewPr>
  <p:notesViewPr>
    <p:cSldViewPr snapToGrid="0">
      <p:cViewPr varScale="1">
        <p:scale>
          <a:sx n="54" d="100"/>
          <a:sy n="54" d="100"/>
        </p:scale>
        <p:origin x="2796" y="42"/>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2E7B4A-039C-48A2-9B2C-AF16AA3873D8}" type="datetimeFigureOut">
              <a:rPr lang="en-US" smtClean="0"/>
              <a:pPr/>
              <a:t>6/4/2015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5FCDD8-505C-48BF-B1E5-CD9B258934D2}" type="slidenum">
              <a:rPr lang="en-US" smtClean="0"/>
              <a:pPr/>
              <a:t>‹#›</a:t>
            </a:fld>
            <a:endParaRPr lang="en-US"/>
          </a:p>
        </p:txBody>
      </p:sp>
    </p:spTree>
    <p:extLst>
      <p:ext uri="{BB962C8B-B14F-4D97-AF65-F5344CB8AC3E}">
        <p14:creationId xmlns:p14="http://schemas.microsoft.com/office/powerpoint/2010/main" xmlns="" val="1781922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005A0C-54D9-45AA-87D4-C551D08DFCE1}" type="datetimeFigureOut">
              <a:rPr lang="en-US" smtClean="0"/>
              <a:pPr/>
              <a:t>6/4/2015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FD207A-07DF-40AD-A916-9872E089CE7A}" type="slidenum">
              <a:rPr lang="en-US" smtClean="0"/>
              <a:pPr/>
              <a:t>‹#›</a:t>
            </a:fld>
            <a:endParaRPr lang="en-US"/>
          </a:p>
        </p:txBody>
      </p:sp>
    </p:spTree>
    <p:extLst>
      <p:ext uri="{BB962C8B-B14F-4D97-AF65-F5344CB8AC3E}">
        <p14:creationId xmlns:p14="http://schemas.microsoft.com/office/powerpoint/2010/main" xmlns="" val="129571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4" name="Slide Number Placeholder 3"/>
          <p:cNvSpPr>
            <a:spLocks noGrp="1"/>
          </p:cNvSpPr>
          <p:nvPr>
            <p:ph type="sldNum" sz="quarter" idx="10"/>
          </p:nvPr>
        </p:nvSpPr>
        <p:spPr/>
        <p:txBody>
          <a:bodyPr/>
          <a:lstStyle/>
          <a:p>
            <a:fld id="{13F0F35F-DD44-4607-AEC1-49D7A4BC4066}" type="slidenum">
              <a:rPr lang="en-US" smtClean="0"/>
              <a:pPr/>
              <a:t>1</a:t>
            </a:fld>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xmlns="" val="10887114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2</a:t>
            </a:fld>
            <a:endParaRPr lang="en-US" dirty="0"/>
          </a:p>
        </p:txBody>
      </p:sp>
    </p:spTree>
    <p:extLst>
      <p:ext uri="{BB962C8B-B14F-4D97-AF65-F5344CB8AC3E}">
        <p14:creationId xmlns:p14="http://schemas.microsoft.com/office/powerpoint/2010/main" xmlns="" val="15427575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11</a:t>
            </a:fld>
            <a:endParaRPr lang="en-US" dirty="0"/>
          </a:p>
        </p:txBody>
      </p:sp>
    </p:spTree>
    <p:extLst>
      <p:ext uri="{BB962C8B-B14F-4D97-AF65-F5344CB8AC3E}">
        <p14:creationId xmlns:p14="http://schemas.microsoft.com/office/powerpoint/2010/main" xmlns="" val="15092213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3271" y="5132437"/>
            <a:ext cx="8579886"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smtClean="0"/>
              <a:t>Click to edit Master subtitle style</a:t>
            </a:r>
            <a:endParaRPr lang="en-US" dirty="0"/>
          </a:p>
        </p:txBody>
      </p:sp>
      <p:sp>
        <p:nvSpPr>
          <p:cNvPr id="10" name="Title 1"/>
          <p:cNvSpPr>
            <a:spLocks noGrp="1"/>
          </p:cNvSpPr>
          <p:nvPr>
            <p:ph type="ctrTitle" hasCustomPrompt="1"/>
          </p:nvPr>
        </p:nvSpPr>
        <p:spPr>
          <a:xfrm>
            <a:off x="193271" y="2415641"/>
            <a:ext cx="8579886" cy="2603307"/>
          </a:xfrm>
          <a:prstGeom prst="rect">
            <a:avLst/>
          </a:prstGeom>
          <a:solidFill>
            <a:srgbClr val="007233"/>
          </a:solidFill>
          <a:effectLst/>
        </p:spPr>
        <p:txBody>
          <a:bodyPr vert="horz" lIns="137160" tIns="137160" rIns="91409" bIns="137160" rtlCol="0" anchor="b" anchorCtr="0">
            <a:noAutofit/>
          </a:bodyPr>
          <a:lstStyle>
            <a:lvl1pPr>
              <a:defRPr lang="en-US" sz="4800" kern="0" dirty="0">
                <a:ln w="3175">
                  <a:noFill/>
                </a:ln>
                <a:gradFill flip="none" rotWithShape="1">
                  <a:gsLst>
                    <a:gs pos="4583">
                      <a:srgbClr val="FFFFFF"/>
                    </a:gs>
                    <a:gs pos="100000">
                      <a:srgbClr val="FFFFFF"/>
                    </a:gs>
                  </a:gsLst>
                  <a:lin ang="5400000" scaled="0"/>
                  <a:tileRect/>
                </a:gradFill>
              </a:defRPr>
            </a:lvl1pPr>
          </a:lstStyle>
          <a:p>
            <a:pPr lvl="0"/>
            <a:r>
              <a:rPr lang="en-US" dirty="0" smtClean="0"/>
              <a:t>Course title style</a:t>
            </a:r>
            <a:endParaRPr lang="en-US" dirty="0"/>
          </a:p>
        </p:txBody>
      </p:sp>
      <p:sp>
        <p:nvSpPr>
          <p:cNvPr id="8" name="top right small rectangle"/>
          <p:cNvSpPr/>
          <p:nvPr userDrawn="1"/>
        </p:nvSpPr>
        <p:spPr bwMode="auto">
          <a:xfrm>
            <a:off x="8902492" y="2418735"/>
            <a:ext cx="3087947" cy="2600214"/>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37160" tIns="137160" rIns="137160" bIns="137160" numCol="1" rtlCol="0" anchor="b" anchorCtr="0" compatLnSpc="1">
            <a:prstTxWarp prst="textNoShape">
              <a:avLst/>
            </a:prstTxWarp>
          </a:bodyPr>
          <a:lstStyle/>
          <a:p>
            <a:pPr defTabSz="913788" fontAlgn="base">
              <a:spcBef>
                <a:spcPct val="0"/>
              </a:spcBef>
              <a:spcAft>
                <a:spcPct val="0"/>
              </a:spcAft>
            </a:pPr>
            <a:endParaRPr lang="en-US" sz="2000" dirty="0">
              <a:gradFill>
                <a:gsLst>
                  <a:gs pos="0">
                    <a:srgbClr val="FFFFFF"/>
                  </a:gs>
                  <a:gs pos="100000">
                    <a:srgbClr val="FFFFFF"/>
                  </a:gs>
                </a:gsLst>
                <a:lin ang="5400000" scaled="0"/>
              </a:gradFill>
              <a:latin typeface="Segoe UI Light" panose="020B0502040204020203" pitchFamily="34" charset="0"/>
              <a:cs typeface="Segoe UI Light" panose="020B0502040204020203" pitchFamily="34" charset="0"/>
            </a:endParaRPr>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xmlns="" val="0"/>
              </a:ext>
            </a:extLst>
          </a:blip>
          <a:srcRect l="9720" t="16544" r="7275" b="16691"/>
          <a:stretch/>
        </p:blipFill>
        <p:spPr>
          <a:xfrm>
            <a:off x="10731799" y="4630992"/>
            <a:ext cx="1131688" cy="334740"/>
          </a:xfrm>
          <a:prstGeom prst="rect">
            <a:avLst/>
          </a:prstGeom>
        </p:spPr>
      </p:pic>
    </p:spTree>
    <p:extLst>
      <p:ext uri="{BB962C8B-B14F-4D97-AF65-F5344CB8AC3E}">
        <p14:creationId xmlns:p14="http://schemas.microsoft.com/office/powerpoint/2010/main" xmlns="" val="942519667"/>
      </p:ext>
    </p:extLst>
  </p:cSld>
  <p:clrMapOvr>
    <a:masterClrMapping/>
  </p:clrMapOvr>
  <p:timing>
    <p:tnLst>
      <p:par>
        <p:cTn id="1" dur="indefinite" restart="never" nodeType="tmRoot"/>
      </p:par>
    </p:tnLst>
  </p:timing>
  <p:extLst mod="1">
    <p:ext uri="{DCECCB84-F9BA-43D5-87BE-67443E8EF086}">
      <p15:sldGuideLst xmlns:p15="http://schemas.microsoft.com/office/powerpoint/2012/main" xmlns="">
        <p15:guide id="1" orient="horz" pos="3792">
          <p15:clr>
            <a:srgbClr val="FBAE40"/>
          </p15:clr>
        </p15:guide>
        <p15:guide id="2" pos="3839">
          <p15:clr>
            <a:srgbClr val="FBAE40"/>
          </p15:clr>
        </p15:guide>
        <p15:guide id="3" orient="horz" pos="7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9" name="Subtitle 2"/>
          <p:cNvSpPr txBox="1">
            <a:spLocks/>
          </p:cNvSpPr>
          <p:nvPr userDrawn="1"/>
        </p:nvSpPr>
        <p:spPr>
          <a:xfrm>
            <a:off x="8738733" y="2685050"/>
            <a:ext cx="2241224" cy="2355337"/>
          </a:xfrm>
          <a:prstGeom prst="rect">
            <a:avLst/>
          </a:prstGeom>
        </p:spPr>
        <p:txBody>
          <a:bodyPr vert="horz" lIns="91409" tIns="45705" rIns="91409" bIns="45705" rtlCol="0" anchor="ctr" anchorCtr="0">
            <a:normAutofit/>
          </a:bodyPr>
          <a:lstStyle>
            <a:lvl1pPr marL="0" indent="0" algn="l" defTabSz="914052" rtl="0" eaLnBrk="1" latinLnBrk="0" hangingPunct="1">
              <a:lnSpc>
                <a:spcPct val="100000"/>
              </a:lnSpc>
              <a:spcBef>
                <a:spcPts val="0"/>
              </a:spcBef>
              <a:buSzPct val="90000"/>
              <a:buFont typeface="Arial" pitchFamily="34" charset="0"/>
              <a:buNone/>
              <a:defRPr lang="en-US" sz="1800" b="1" kern="1200" spc="-30" baseline="0" dirty="0">
                <a:gradFill>
                  <a:gsLst>
                    <a:gs pos="1250">
                      <a:srgbClr val="FFFFFF"/>
                    </a:gs>
                    <a:gs pos="6250">
                      <a:srgbClr val="FFFFFF"/>
                    </a:gs>
                  </a:gsLst>
                  <a:lin ang="5400000" scaled="0"/>
                </a:gradFill>
                <a:latin typeface="Segoe UI" pitchFamily="34" charset="0"/>
                <a:ea typeface="Segoe UI" pitchFamily="34" charset="0"/>
                <a:cs typeface="Segoe UI" pitchFamily="34" charset="0"/>
              </a:defRPr>
            </a:lvl1pPr>
            <a:lvl2pPr marL="457044" indent="0" algn="ctr" defTabSz="914088" rtl="0" eaLnBrk="1" latinLnBrk="0" hangingPunct="1">
              <a:spcBef>
                <a:spcPts val="300"/>
              </a:spcBef>
              <a:spcAft>
                <a:spcPts val="300"/>
              </a:spcAft>
              <a:buFont typeface="Arial" pitchFamily="34" charset="0"/>
              <a:buNone/>
              <a:defRPr sz="2800" kern="1200">
                <a:solidFill>
                  <a:schemeClr val="tx1">
                    <a:tint val="75000"/>
                  </a:schemeClr>
                </a:solidFill>
                <a:latin typeface="Segoe UI" pitchFamily="34" charset="0"/>
                <a:ea typeface="Segoe UI" pitchFamily="34" charset="0"/>
                <a:cs typeface="Segoe UI" pitchFamily="34" charset="0"/>
              </a:defRPr>
            </a:lvl2pPr>
            <a:lvl3pPr marL="914088" indent="0" algn="ctr" defTabSz="914088" rtl="0" eaLnBrk="1" latinLnBrk="0" hangingPunct="1">
              <a:spcBef>
                <a:spcPts val="200"/>
              </a:spcBef>
              <a:spcAft>
                <a:spcPts val="200"/>
              </a:spcAft>
              <a:buFont typeface="Arial" pitchFamily="34" charset="0"/>
              <a:buNone/>
              <a:defRPr sz="2400" kern="1200">
                <a:solidFill>
                  <a:schemeClr val="tx1">
                    <a:tint val="75000"/>
                  </a:schemeClr>
                </a:solidFill>
                <a:latin typeface="Segoe UI" pitchFamily="34" charset="0"/>
                <a:ea typeface="Segoe UI" pitchFamily="34" charset="0"/>
                <a:cs typeface="Segoe UI" pitchFamily="34" charset="0"/>
              </a:defRPr>
            </a:lvl3pPr>
            <a:lvl4pPr marL="1371133" indent="0" algn="ctr" defTabSz="914088" rtl="0" eaLnBrk="1" latinLnBrk="0" hangingPunct="1">
              <a:spcBef>
                <a:spcPct val="20000"/>
              </a:spcBef>
              <a:buFont typeface="Arial" pitchFamily="34" charset="0"/>
              <a:buNone/>
              <a:defRPr sz="2000" kern="1200">
                <a:solidFill>
                  <a:schemeClr val="tx1">
                    <a:tint val="75000"/>
                  </a:schemeClr>
                </a:solidFill>
                <a:latin typeface="Segoe UI" pitchFamily="34" charset="0"/>
                <a:ea typeface="Segoe UI" pitchFamily="34" charset="0"/>
                <a:cs typeface="Segoe UI" pitchFamily="34" charset="0"/>
              </a:defRPr>
            </a:lvl4pPr>
            <a:lvl5pPr marL="1828178" indent="0" algn="ctr" defTabSz="914088" rtl="0" eaLnBrk="1" latinLnBrk="0" hangingPunct="1">
              <a:spcBef>
                <a:spcPct val="20000"/>
              </a:spcBef>
              <a:buFont typeface="Arial" pitchFamily="34" charset="0"/>
              <a:buNone/>
              <a:defRPr sz="2000" kern="1200">
                <a:solidFill>
                  <a:schemeClr val="tx1">
                    <a:tint val="75000"/>
                  </a:schemeClr>
                </a:solidFill>
                <a:latin typeface="Segoe UI" pitchFamily="34" charset="0"/>
                <a:ea typeface="Segoe UI" pitchFamily="34" charset="0"/>
                <a:cs typeface="Segoe UI" pitchFamily="34" charset="0"/>
              </a:defRPr>
            </a:lvl5pPr>
            <a:lvl6pPr marL="2285222"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2267"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199311"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6358"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mtClean="0"/>
              <a:t>Click to edit Master subtitle style</a:t>
            </a:r>
            <a:endParaRPr lang="en-US"/>
          </a:p>
        </p:txBody>
      </p:sp>
      <p:sp>
        <p:nvSpPr>
          <p:cNvPr id="13" name="Title 1"/>
          <p:cNvSpPr txBox="1">
            <a:spLocks/>
          </p:cNvSpPr>
          <p:nvPr userDrawn="1"/>
        </p:nvSpPr>
        <p:spPr>
          <a:xfrm>
            <a:off x="193271" y="3376350"/>
            <a:ext cx="8409867" cy="1692617"/>
          </a:xfrm>
          <a:prstGeom prst="rect">
            <a:avLst/>
          </a:prstGeom>
          <a:solidFill>
            <a:srgbClr val="007233"/>
          </a:solidFill>
          <a:effectLst/>
        </p:spPr>
        <p:txBody>
          <a:bodyPr vert="horz" lIns="137160" tIns="137160" rIns="91409" bIns="137160" rtlCol="0" anchor="b" anchorCtr="0">
            <a:noAutofit/>
          </a:bodyPr>
          <a:lstStyle>
            <a:lvl1pPr algn="l" defTabSz="914088" rtl="0" eaLnBrk="1" latinLnBrk="0" hangingPunct="1">
              <a:spcBef>
                <a:spcPct val="0"/>
              </a:spcBef>
              <a:buNone/>
              <a:defRPr lang="en-US" sz="4000" kern="0" dirty="0">
                <a:ln w="3175">
                  <a:noFill/>
                </a:ln>
                <a:gradFill flip="none" rotWithShape="1">
                  <a:gsLst>
                    <a:gs pos="4583">
                      <a:srgbClr val="FFFFFF"/>
                    </a:gs>
                    <a:gs pos="100000">
                      <a:srgbClr val="FFFFFF"/>
                    </a:gs>
                  </a:gsLst>
                  <a:lin ang="5400000" scaled="0"/>
                  <a:tileRect/>
                </a:gradFill>
                <a:latin typeface="Segoe UI" pitchFamily="34" charset="0"/>
                <a:ea typeface="Segoe UI" pitchFamily="34" charset="0"/>
                <a:cs typeface="Segoe UI" pitchFamily="34" charset="0"/>
              </a:defRPr>
            </a:lvl1pPr>
          </a:lstStyle>
          <a:p>
            <a:endParaRPr lang="en-US" sz="4000" dirty="0"/>
          </a:p>
        </p:txBody>
      </p:sp>
      <p:sp>
        <p:nvSpPr>
          <p:cNvPr id="14" name="top right small rectangle"/>
          <p:cNvSpPr/>
          <p:nvPr userDrawn="1"/>
        </p:nvSpPr>
        <p:spPr bwMode="auto">
          <a:xfrm>
            <a:off x="8682790" y="3374967"/>
            <a:ext cx="3257419" cy="1694322"/>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xmlns="" val="0"/>
              </a:ext>
            </a:extLst>
          </a:blip>
          <a:srcRect l="9720" t="16544" r="7275" b="16691"/>
          <a:stretch/>
        </p:blipFill>
        <p:spPr>
          <a:xfrm>
            <a:off x="11181757" y="4821401"/>
            <a:ext cx="740346" cy="218986"/>
          </a:xfrm>
          <a:prstGeom prst="rect">
            <a:avLst/>
          </a:prstGeom>
        </p:spPr>
      </p:pic>
      <p:sp>
        <p:nvSpPr>
          <p:cNvPr id="16" name="Text Placeholder 10"/>
          <p:cNvSpPr>
            <a:spLocks noGrp="1"/>
          </p:cNvSpPr>
          <p:nvPr>
            <p:ph type="body" sz="quarter" idx="10" hasCustomPrompt="1"/>
          </p:nvPr>
        </p:nvSpPr>
        <p:spPr>
          <a:xfrm>
            <a:off x="292101" y="3466407"/>
            <a:ext cx="8215796" cy="1485524"/>
          </a:xfrm>
          <a:prstGeom prst="rect">
            <a:avLst/>
          </a:prstGeom>
        </p:spPr>
        <p:txBody>
          <a:bodyPr anchor="b" anchorCtr="0">
            <a:normAutofit/>
          </a:bodyPr>
          <a:lstStyle>
            <a:lvl1pPr marL="0" indent="0">
              <a:buNone/>
              <a:defRPr sz="3600" b="0" baseline="0">
                <a:solidFill>
                  <a:schemeClr val="bg1"/>
                </a:solidFill>
                <a:latin typeface="Segoe UI Light" panose="020B0502040204020203" pitchFamily="34" charset="0"/>
                <a:cs typeface="Segoe UI Light" panose="020B0502040204020203" pitchFamily="34" charset="0"/>
              </a:defRPr>
            </a:lvl1pPr>
          </a:lstStyle>
          <a:p>
            <a:pPr lvl="0"/>
            <a:r>
              <a:rPr lang="en-US" dirty="0" smtClean="0"/>
              <a:t>Module or Section transition style</a:t>
            </a:r>
          </a:p>
        </p:txBody>
      </p:sp>
      <p:sp>
        <p:nvSpPr>
          <p:cNvPr id="11" name="Subtitle 2"/>
          <p:cNvSpPr>
            <a:spLocks noGrp="1"/>
          </p:cNvSpPr>
          <p:nvPr>
            <p:ph type="subTitle" idx="1"/>
          </p:nvPr>
        </p:nvSpPr>
        <p:spPr>
          <a:xfrm>
            <a:off x="193271" y="5132437"/>
            <a:ext cx="8409867"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smtClean="0"/>
              <a:t>Click to edit Master subtitle style</a:t>
            </a:r>
            <a:endParaRPr lang="en-US" dirty="0"/>
          </a:p>
        </p:txBody>
      </p:sp>
    </p:spTree>
    <p:extLst>
      <p:ext uri="{BB962C8B-B14F-4D97-AF65-F5344CB8AC3E}">
        <p14:creationId xmlns:p14="http://schemas.microsoft.com/office/powerpoint/2010/main" xmlns="" val="3891348690"/>
      </p:ext>
    </p:extLst>
  </p:cSld>
  <p:clrMapOvr>
    <a:masterClrMapping/>
  </p:clrMapOvr>
  <p:timing>
    <p:tnLst>
      <p:par>
        <p:cTn id="1" dur="indefinite" restart="never" nodeType="tmRoot"/>
      </p:par>
    </p:tnLst>
  </p:timing>
  <p:extLst mod="1">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MO Layout">
    <p:spTree>
      <p:nvGrpSpPr>
        <p:cNvPr id="1" name=""/>
        <p:cNvGrpSpPr/>
        <p:nvPr/>
      </p:nvGrpSpPr>
      <p:grpSpPr>
        <a:xfrm>
          <a:off x="0" y="0"/>
          <a:ext cx="0" cy="0"/>
          <a:chOff x="0" y="0"/>
          <a:chExt cx="0" cy="0"/>
        </a:xfrm>
      </p:grpSpPr>
      <p:sp>
        <p:nvSpPr>
          <p:cNvPr id="3" name="Title Placeholder 9"/>
          <p:cNvSpPr>
            <a:spLocks noGrp="1"/>
          </p:cNvSpPr>
          <p:nvPr>
            <p:ph type="title"/>
          </p:nvPr>
        </p:nvSpPr>
        <p:spPr>
          <a:xfrm>
            <a:off x="608171" y="4468764"/>
            <a:ext cx="11432977" cy="1676400"/>
          </a:xfrm>
          <a:prstGeom prst="rect">
            <a:avLst/>
          </a:prstGeom>
        </p:spPr>
        <p:txBody>
          <a:bodyPr vert="horz" lIns="91409" tIns="45705" rIns="91409" bIns="45705" rtlCol="0" anchor="t" anchorCtr="0">
            <a:normAutofit/>
          </a:bodyPr>
          <a:lstStyle>
            <a:lvl1pPr>
              <a:defRPr sz="3600"/>
            </a:lvl1pPr>
          </a:lstStyle>
          <a:p>
            <a:r>
              <a:rPr lang="en-US" dirty="0" smtClean="0"/>
              <a:t>Click to edit Master title style</a:t>
            </a:r>
            <a:endParaRPr lang="en-US" dirty="0"/>
          </a:p>
        </p:txBody>
      </p:sp>
      <p:sp>
        <p:nvSpPr>
          <p:cNvPr id="2" name="TextBox 1"/>
          <p:cNvSpPr txBox="1"/>
          <p:nvPr userDrawn="1"/>
        </p:nvSpPr>
        <p:spPr>
          <a:xfrm>
            <a:off x="608171" y="3087325"/>
            <a:ext cx="11356757" cy="1107996"/>
          </a:xfrm>
          <a:prstGeom prst="rect">
            <a:avLst/>
          </a:prstGeom>
          <a:noFill/>
        </p:spPr>
        <p:txBody>
          <a:bodyPr wrap="square" rtlCol="0">
            <a:spAutoFit/>
          </a:bodyPr>
          <a:lstStyle/>
          <a:p>
            <a:pPr defTabSz="914088"/>
            <a:r>
              <a:rPr lang="en-US" sz="6600" dirty="0">
                <a:solidFill>
                  <a:prstClr val="black"/>
                </a:solidFill>
                <a:latin typeface="Segoe UI Light" pitchFamily="34" charset="0"/>
                <a:ea typeface="Segoe UI" pitchFamily="34" charset="0"/>
                <a:cs typeface="Segoe UI" pitchFamily="34" charset="0"/>
              </a:rPr>
              <a:t>DEMO</a:t>
            </a:r>
          </a:p>
        </p:txBody>
      </p:sp>
      <p:cxnSp>
        <p:nvCxnSpPr>
          <p:cNvPr id="6" name="Straight Connector 5"/>
          <p:cNvCxnSpPr/>
          <p:nvPr userDrawn="1"/>
        </p:nvCxnSpPr>
        <p:spPr>
          <a:xfrm>
            <a:off x="608171" y="4077925"/>
            <a:ext cx="11356757" cy="0"/>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382326002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Click to edit Master title style</a:t>
            </a:r>
            <a:endParaRPr lang="en-US" dirty="0"/>
          </a:p>
        </p:txBody>
      </p:sp>
      <p:sp>
        <p:nvSpPr>
          <p:cNvPr id="6" name="Content Placeholder 5"/>
          <p:cNvSpPr>
            <a:spLocks noGrp="1"/>
          </p:cNvSpPr>
          <p:nvPr>
            <p:ph sz="quarter" idx="10"/>
          </p:nvPr>
        </p:nvSpPr>
        <p:spPr>
          <a:xfrm>
            <a:off x="379413" y="1388226"/>
            <a:ext cx="11525250" cy="5290388"/>
          </a:xfrm>
          <a:prstGeom prst="rect">
            <a:avLst/>
          </a:prstGeom>
        </p:spPr>
        <p:txBody>
          <a:bodyPr/>
          <a:lstStyle>
            <a:lvl1pPr>
              <a:spcBef>
                <a:spcPts val="1400"/>
              </a:spcBef>
              <a:defRPr b="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xmlns="" val="160774583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379511" y="1371601"/>
            <a:ext cx="5616915"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5"/>
          <p:cNvSpPr>
            <a:spLocks noGrp="1"/>
          </p:cNvSpPr>
          <p:nvPr>
            <p:ph sz="quarter" idx="4"/>
          </p:nvPr>
        </p:nvSpPr>
        <p:spPr>
          <a:xfrm>
            <a:off x="6275742" y="1371601"/>
            <a:ext cx="5619121"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319946145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9511" y="1330656"/>
            <a:ext cx="5616915" cy="639762"/>
          </a:xfrm>
          <a:prstGeom prst="rect">
            <a:avLst/>
          </a:prstGeom>
          <a:solidFill>
            <a:srgbClr val="86C400"/>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379511" y="1981200"/>
            <a:ext cx="5616915"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345807" y="1330656"/>
            <a:ext cx="5619121" cy="639762"/>
          </a:xfrm>
          <a:prstGeom prst="rect">
            <a:avLst/>
          </a:prstGeom>
          <a:solidFill>
            <a:srgbClr val="1F497D"/>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6345807" y="1981200"/>
            <a:ext cx="5619121"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66902160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6783989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72854126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Blank Color 1 Layout">
    <p:spTree>
      <p:nvGrpSpPr>
        <p:cNvPr id="1" name=""/>
        <p:cNvGrpSpPr/>
        <p:nvPr/>
      </p:nvGrpSpPr>
      <p:grpSpPr>
        <a:xfrm>
          <a:off x="0" y="0"/>
          <a:ext cx="0" cy="0"/>
          <a:chOff x="0" y="0"/>
          <a:chExt cx="0" cy="0"/>
        </a:xfrm>
      </p:grpSpPr>
      <p:sp>
        <p:nvSpPr>
          <p:cNvPr id="6" name="top right small rectangle"/>
          <p:cNvSpPr/>
          <p:nvPr userDrawn="1"/>
        </p:nvSpPr>
        <p:spPr bwMode="auto">
          <a:xfrm>
            <a:off x="0" y="0"/>
            <a:ext cx="12192000" cy="6858000"/>
          </a:xfrm>
          <a:prstGeom prst="rect">
            <a:avLst/>
          </a:prstGeom>
          <a:solidFill>
            <a:srgbClr val="002050"/>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1" name="Rectangle 2"/>
          <p:cNvSpPr>
            <a:spLocks noChangeArrowheads="1"/>
          </p:cNvSpPr>
          <p:nvPr userDrawn="1"/>
        </p:nvSpPr>
        <p:spPr bwMode="auto">
          <a:xfrm>
            <a:off x="530087" y="5960743"/>
            <a:ext cx="11078818" cy="738664"/>
          </a:xfrm>
          <a:prstGeom prst="rect">
            <a:avLst/>
          </a:prstGeom>
          <a:noFill/>
          <a:ln w="9525">
            <a:noFill/>
            <a:miter lim="800000"/>
            <a:headEnd/>
            <a:tailEnd/>
          </a:ln>
        </p:spPr>
        <p:txBody>
          <a:bodyPr wrap="square">
            <a:spAutoFit/>
          </a:bodyPr>
          <a:lstStyle/>
          <a:p>
            <a:pPr marL="0" lvl="1" defTabSz="914088">
              <a:defRPr/>
            </a:pPr>
            <a:r>
              <a:rPr lang="en-US" sz="1050" dirty="0">
                <a:solidFill>
                  <a:schemeClr val="bg1">
                    <a:lumMod val="85000"/>
                  </a:schemeClr>
                </a:solidFill>
              </a:rPr>
              <a:t>©</a:t>
            </a:r>
            <a:r>
              <a:rPr lang="en-US" sz="1050" dirty="0" smtClean="0">
                <a:solidFill>
                  <a:schemeClr val="bg1">
                    <a:lumMod val="85000"/>
                  </a:schemeClr>
                </a:solidFill>
              </a:rPr>
              <a:t>2014 </a:t>
            </a:r>
            <a:r>
              <a:rPr lang="en-US" sz="1050" dirty="0">
                <a:solidFill>
                  <a:schemeClr val="bg1">
                    <a:lumMod val="85000"/>
                  </a:schemeClr>
                </a:solidFill>
              </a:rPr>
              <a:t>Microsoft Corporation. All rights reserved. Microsoft, Windows, Office, Azure, System Center, Dynamics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xmlns="" val="0"/>
              </a:ext>
            </a:extLst>
          </a:blip>
          <a:srcRect l="9719"/>
          <a:stretch/>
        </p:blipFill>
        <p:spPr>
          <a:xfrm>
            <a:off x="530087" y="2940117"/>
            <a:ext cx="5473148" cy="2229412"/>
          </a:xfrm>
          <a:prstGeom prst="rect">
            <a:avLst/>
          </a:prstGeom>
        </p:spPr>
      </p:pic>
    </p:spTree>
    <p:extLst>
      <p:ext uri="{BB962C8B-B14F-4D97-AF65-F5344CB8AC3E}">
        <p14:creationId xmlns:p14="http://schemas.microsoft.com/office/powerpoint/2010/main" xmlns="" val="2667837224"/>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Title Placeholder 9"/>
          <p:cNvSpPr>
            <a:spLocks noGrp="1"/>
          </p:cNvSpPr>
          <p:nvPr>
            <p:ph type="title"/>
          </p:nvPr>
        </p:nvSpPr>
        <p:spPr>
          <a:xfrm>
            <a:off x="379514" y="182215"/>
            <a:ext cx="11524432" cy="1063487"/>
          </a:xfrm>
          <a:prstGeom prst="rect">
            <a:avLst/>
          </a:prstGeom>
        </p:spPr>
        <p:txBody>
          <a:bodyPr vert="horz" lIns="91409" tIns="45705" rIns="91409" bIns="45705" rtlCol="0" anchor="t" anchorCtr="0">
            <a:normAutofit/>
          </a:bodyPr>
          <a:lstStyle/>
          <a:p>
            <a:r>
              <a:rPr lang="en-US" dirty="0" smtClean="0"/>
              <a:t>Click to edit Master title style</a:t>
            </a:r>
            <a:endParaRPr lang="en-US" dirty="0"/>
          </a:p>
        </p:txBody>
      </p:sp>
    </p:spTree>
    <p:extLst>
      <p:ext uri="{BB962C8B-B14F-4D97-AF65-F5344CB8AC3E}">
        <p14:creationId xmlns:p14="http://schemas.microsoft.com/office/powerpoint/2010/main" xmlns="" val="3118783959"/>
      </p:ext>
    </p:extLst>
  </p:cSld>
  <p:clrMap bg1="lt1" tx1="dk1" bg2="lt2" tx2="dk2" accent1="accent1" accent2="accent2" accent3="accent3" accent4="accent4" accent5="accent5" accent6="accent6" hlink="hlink" folHlink="folHlink"/>
  <p:sldLayoutIdLst>
    <p:sldLayoutId id="2147483661" r:id="rId1"/>
    <p:sldLayoutId id="2147483671" r:id="rId2"/>
    <p:sldLayoutId id="2147483667" r:id="rId3"/>
    <p:sldLayoutId id="2147483663" r:id="rId4"/>
    <p:sldLayoutId id="2147483664" r:id="rId5"/>
    <p:sldLayoutId id="2147483665" r:id="rId6"/>
    <p:sldLayoutId id="2147483666" r:id="rId7"/>
    <p:sldLayoutId id="2147483668" r:id="rId8"/>
    <p:sldLayoutId id="2147483669" r:id="rId9"/>
  </p:sldLayoutIdLst>
  <p:timing>
    <p:tnLst>
      <p:par>
        <p:cTn id="1" dur="indefinite" restart="never" nodeType="tmRoot"/>
      </p:par>
    </p:tnLst>
  </p:timing>
  <p:txStyles>
    <p:titleStyle>
      <a:lvl1pPr algn="l" defTabSz="914088" rtl="0" eaLnBrk="1" latinLnBrk="0" hangingPunct="1">
        <a:lnSpc>
          <a:spcPct val="80000"/>
        </a:lnSpc>
        <a:spcBef>
          <a:spcPct val="0"/>
        </a:spcBef>
        <a:buNone/>
        <a:defRPr sz="44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p:titleStyle>
    <p:bodyStyle>
      <a:lvl1pPr marL="342783" indent="-342783" algn="l" defTabSz="914088" rtl="0" eaLnBrk="1" latinLnBrk="0" hangingPunct="1">
        <a:spcBef>
          <a:spcPts val="1200"/>
        </a:spcBef>
        <a:buFont typeface="Arial" pitchFamily="34" charset="0"/>
        <a:buChar char="•"/>
        <a:defRPr sz="3200" b="1"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088" rtl="0" eaLnBrk="1" latinLnBrk="0" hangingPunct="1">
        <a:defRPr sz="1800" kern="1200">
          <a:solidFill>
            <a:schemeClr val="tx1"/>
          </a:solidFill>
          <a:latin typeface="+mn-lt"/>
          <a:ea typeface="+mn-ea"/>
          <a:cs typeface="+mn-cs"/>
        </a:defRPr>
      </a:lvl1pPr>
      <a:lvl2pPr marL="457044" algn="l" defTabSz="914088" rtl="0" eaLnBrk="1" latinLnBrk="0" hangingPunct="1">
        <a:defRPr sz="1800" kern="1200">
          <a:solidFill>
            <a:schemeClr val="tx1"/>
          </a:solidFill>
          <a:latin typeface="+mn-lt"/>
          <a:ea typeface="+mn-ea"/>
          <a:cs typeface="+mn-cs"/>
        </a:defRPr>
      </a:lvl2pPr>
      <a:lvl3pPr marL="914088" algn="l" defTabSz="914088" rtl="0" eaLnBrk="1" latinLnBrk="0" hangingPunct="1">
        <a:defRPr sz="1800" kern="1200">
          <a:solidFill>
            <a:schemeClr val="tx1"/>
          </a:solidFill>
          <a:latin typeface="+mn-lt"/>
          <a:ea typeface="+mn-ea"/>
          <a:cs typeface="+mn-cs"/>
        </a:defRPr>
      </a:lvl3pPr>
      <a:lvl4pPr marL="1371133" algn="l" defTabSz="914088" rtl="0" eaLnBrk="1" latinLnBrk="0" hangingPunct="1">
        <a:defRPr sz="1800" kern="1200">
          <a:solidFill>
            <a:schemeClr val="tx1"/>
          </a:solidFill>
          <a:latin typeface="+mn-lt"/>
          <a:ea typeface="+mn-ea"/>
          <a:cs typeface="+mn-cs"/>
        </a:defRPr>
      </a:lvl4pPr>
      <a:lvl5pPr marL="1828178" algn="l" defTabSz="914088" rtl="0" eaLnBrk="1" latinLnBrk="0" hangingPunct="1">
        <a:defRPr sz="1800" kern="1200">
          <a:solidFill>
            <a:schemeClr val="tx1"/>
          </a:solidFill>
          <a:latin typeface="+mn-lt"/>
          <a:ea typeface="+mn-ea"/>
          <a:cs typeface="+mn-cs"/>
        </a:defRPr>
      </a:lvl5pPr>
      <a:lvl6pPr marL="2285222" algn="l" defTabSz="914088" rtl="0" eaLnBrk="1" latinLnBrk="0" hangingPunct="1">
        <a:defRPr sz="1800" kern="1200">
          <a:solidFill>
            <a:schemeClr val="tx1"/>
          </a:solidFill>
          <a:latin typeface="+mn-lt"/>
          <a:ea typeface="+mn-ea"/>
          <a:cs typeface="+mn-cs"/>
        </a:defRPr>
      </a:lvl6pPr>
      <a:lvl7pPr marL="2742267" algn="l" defTabSz="914088" rtl="0" eaLnBrk="1" latinLnBrk="0" hangingPunct="1">
        <a:defRPr sz="1800" kern="1200">
          <a:solidFill>
            <a:schemeClr val="tx1"/>
          </a:solidFill>
          <a:latin typeface="+mn-lt"/>
          <a:ea typeface="+mn-ea"/>
          <a:cs typeface="+mn-cs"/>
        </a:defRPr>
      </a:lvl7pPr>
      <a:lvl8pPr marL="3199311" algn="l" defTabSz="914088" rtl="0" eaLnBrk="1" latinLnBrk="0" hangingPunct="1">
        <a:defRPr sz="1800" kern="1200">
          <a:solidFill>
            <a:schemeClr val="tx1"/>
          </a:solidFill>
          <a:latin typeface="+mn-lt"/>
          <a:ea typeface="+mn-ea"/>
          <a:cs typeface="+mn-cs"/>
        </a:defRPr>
      </a:lvl8pPr>
      <a:lvl9pPr marL="3656358" algn="l" defTabSz="914088"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solidFill>
            <a:srgbClr val="007233"/>
          </a:solidFill>
          <a:ln>
            <a:noFill/>
          </a:ln>
        </p:spPr>
        <p:txBody>
          <a:bodyPr/>
          <a:lstStyle/>
          <a:p>
            <a:pPr marL="914400" indent="-914400"/>
            <a:r>
              <a:rPr lang="en-US" dirty="0" smtClean="0"/>
              <a:t>11 | Error Handling and Transactions</a:t>
            </a:r>
            <a:endParaRPr lang="en-US" dirty="0"/>
          </a:p>
        </p:txBody>
      </p:sp>
      <p:sp>
        <p:nvSpPr>
          <p:cNvPr id="4" name="Subtitle 3"/>
          <p:cNvSpPr>
            <a:spLocks noGrp="1"/>
          </p:cNvSpPr>
          <p:nvPr>
            <p:ph type="subTitle" idx="1"/>
          </p:nvPr>
        </p:nvSpPr>
        <p:spPr/>
        <p:txBody>
          <a:bodyPr/>
          <a:lstStyle/>
          <a:p>
            <a:r>
              <a:rPr lang="en-US" dirty="0"/>
              <a:t>Graeme Malcolm | Senior Content Developer, Microsoft</a:t>
            </a:r>
          </a:p>
          <a:p>
            <a:r>
              <a:rPr lang="en-GB" dirty="0"/>
              <a:t>Geoff Allix | Principal Technologist, Content Master</a:t>
            </a:r>
            <a:endParaRPr lang="en-US" dirty="0"/>
          </a:p>
        </p:txBody>
      </p:sp>
    </p:spTree>
    <p:extLst>
      <p:ext uri="{BB962C8B-B14F-4D97-AF65-F5344CB8AC3E}">
        <p14:creationId xmlns:p14="http://schemas.microsoft.com/office/powerpoint/2010/main" xmlns="" val="8976925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0"/>
          </p:nvPr>
        </p:nvSpPr>
        <p:spPr/>
        <p:txBody>
          <a:bodyPr>
            <a:normAutofit/>
          </a:bodyPr>
          <a:lstStyle/>
          <a:p>
            <a:r>
              <a:rPr lang="en-GB" dirty="0" smtClean="0"/>
              <a:t>Errors and Error Messages</a:t>
            </a:r>
          </a:p>
          <a:p>
            <a:r>
              <a:rPr lang="en-GB" dirty="0" smtClean="0"/>
              <a:t>Raising Errors</a:t>
            </a:r>
          </a:p>
          <a:p>
            <a:r>
              <a:rPr lang="en-GB" dirty="0" smtClean="0"/>
              <a:t>Catching and </a:t>
            </a:r>
            <a:r>
              <a:rPr lang="en-GB" dirty="0"/>
              <a:t>H</a:t>
            </a:r>
            <a:r>
              <a:rPr lang="en-GB" dirty="0" smtClean="0"/>
              <a:t>andling Errors</a:t>
            </a:r>
          </a:p>
          <a:p>
            <a:r>
              <a:rPr lang="en-GB" dirty="0" smtClean="0"/>
              <a:t>Introduction to Transactions</a:t>
            </a:r>
          </a:p>
          <a:p>
            <a:r>
              <a:rPr lang="en-GB" dirty="0" smtClean="0"/>
              <a:t>Implementing Explicit Transactions</a:t>
            </a:r>
          </a:p>
        </p:txBody>
      </p:sp>
      <p:sp>
        <p:nvSpPr>
          <p:cNvPr id="2" name="Title 1"/>
          <p:cNvSpPr>
            <a:spLocks noGrp="1"/>
          </p:cNvSpPr>
          <p:nvPr>
            <p:ph type="title"/>
          </p:nvPr>
        </p:nvSpPr>
        <p:spPr/>
        <p:txBody>
          <a:bodyPr/>
          <a:lstStyle/>
          <a:p>
            <a:r>
              <a:rPr lang="en-US" dirty="0" smtClean="0"/>
              <a:t>Module Overview</a:t>
            </a:r>
            <a:endParaRPr lang="en-US" dirty="0"/>
          </a:p>
        </p:txBody>
      </p:sp>
    </p:spTree>
    <p:extLst>
      <p:ext uri="{BB962C8B-B14F-4D97-AF65-F5344CB8AC3E}">
        <p14:creationId xmlns:p14="http://schemas.microsoft.com/office/powerpoint/2010/main" xmlns="" val="3183499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Errors and Error Messages</a:t>
            </a:r>
            <a:endParaRPr lang="en-GB" dirty="0"/>
          </a:p>
        </p:txBody>
      </p:sp>
      <p:graphicFrame>
        <p:nvGraphicFramePr>
          <p:cNvPr id="4" name="Content Placeholder 3"/>
          <p:cNvGraphicFramePr>
            <a:graphicFrameLocks noGrp="1"/>
          </p:cNvGraphicFramePr>
          <p:nvPr>
            <p:ph sz="quarter" idx="10"/>
            <p:extLst>
              <p:ext uri="{D42A27DB-BD31-4B8C-83A1-F6EECF244321}">
                <p14:modId xmlns:p14="http://schemas.microsoft.com/office/powerpoint/2010/main" xmlns="" val="784297935"/>
              </p:ext>
            </p:extLst>
          </p:nvPr>
        </p:nvGraphicFramePr>
        <p:xfrm>
          <a:off x="377147" y="965993"/>
          <a:ext cx="11526799" cy="2595880"/>
        </p:xfrm>
        <a:graphic>
          <a:graphicData uri="http://schemas.openxmlformats.org/drawingml/2006/table">
            <a:tbl>
              <a:tblPr firstRow="1" bandRow="1">
                <a:tableStyleId>{5C22544A-7EE6-4342-B048-85BDC9FD1C3A}</a:tableStyleId>
              </a:tblPr>
              <a:tblGrid>
                <a:gridCol w="2113206"/>
                <a:gridCol w="9413593"/>
              </a:tblGrid>
              <a:tr h="370840">
                <a:tc gridSpan="2">
                  <a:txBody>
                    <a:bodyPr/>
                    <a:lstStyle/>
                    <a:p>
                      <a:pPr algn="ctr"/>
                      <a:r>
                        <a:rPr lang="en-GB" dirty="0" smtClean="0"/>
                        <a:t>Elements of Database Engine Errors</a:t>
                      </a:r>
                      <a:endParaRPr lang="en-GB" dirty="0"/>
                    </a:p>
                  </a:txBody>
                  <a:tcPr marL="123992" marR="123992"/>
                </a:tc>
                <a:tc hMerge="1">
                  <a:txBody>
                    <a:bodyPr/>
                    <a:lstStyle/>
                    <a:p>
                      <a:endParaRPr lang="en-GB" dirty="0"/>
                    </a:p>
                  </a:txBody>
                  <a:tcPr/>
                </a:tc>
              </a:tr>
              <a:tr h="370840">
                <a:tc>
                  <a:txBody>
                    <a:bodyPr/>
                    <a:lstStyle/>
                    <a:p>
                      <a:r>
                        <a:rPr lang="en-GB" b="1" dirty="0" smtClean="0"/>
                        <a:t>Error number</a:t>
                      </a:r>
                      <a:endParaRPr lang="en-GB" b="1" dirty="0"/>
                    </a:p>
                  </a:txBody>
                  <a:tcPr marL="123992" marR="123992"/>
                </a:tc>
                <a:tc>
                  <a:txBody>
                    <a:bodyPr/>
                    <a:lstStyle/>
                    <a:p>
                      <a:r>
                        <a:rPr lang="en-GB" dirty="0" smtClean="0"/>
                        <a:t>Unique number identifying the specific error</a:t>
                      </a:r>
                      <a:endParaRPr lang="en-GB" dirty="0"/>
                    </a:p>
                  </a:txBody>
                  <a:tcPr marL="123992" marR="123992"/>
                </a:tc>
              </a:tr>
              <a:tr h="370840">
                <a:tc>
                  <a:txBody>
                    <a:bodyPr/>
                    <a:lstStyle/>
                    <a:p>
                      <a:r>
                        <a:rPr lang="en-GB" b="1" dirty="0" smtClean="0"/>
                        <a:t>Error message</a:t>
                      </a:r>
                      <a:endParaRPr lang="en-GB" b="1" dirty="0"/>
                    </a:p>
                  </a:txBody>
                  <a:tcPr marL="123992" marR="123992"/>
                </a:tc>
                <a:tc>
                  <a:txBody>
                    <a:bodyPr/>
                    <a:lstStyle/>
                    <a:p>
                      <a:r>
                        <a:rPr lang="en-GB" dirty="0" smtClean="0"/>
                        <a:t>Text describing the error</a:t>
                      </a:r>
                      <a:endParaRPr lang="en-GB" dirty="0"/>
                    </a:p>
                  </a:txBody>
                  <a:tcPr marL="123992" marR="123992"/>
                </a:tc>
              </a:tr>
              <a:tr h="370840">
                <a:tc>
                  <a:txBody>
                    <a:bodyPr/>
                    <a:lstStyle/>
                    <a:p>
                      <a:r>
                        <a:rPr lang="en-GB" b="1" dirty="0" smtClean="0"/>
                        <a:t>Severity</a:t>
                      </a:r>
                      <a:endParaRPr lang="en-GB" b="1" dirty="0"/>
                    </a:p>
                  </a:txBody>
                  <a:tcPr marL="123992" marR="123992"/>
                </a:tc>
                <a:tc>
                  <a:txBody>
                    <a:bodyPr/>
                    <a:lstStyle/>
                    <a:p>
                      <a:r>
                        <a:rPr lang="en-GB" dirty="0" smtClean="0"/>
                        <a:t>Numeric indication of seriousness from 1-25</a:t>
                      </a:r>
                      <a:endParaRPr lang="en-GB" dirty="0"/>
                    </a:p>
                  </a:txBody>
                  <a:tcPr marL="123992" marR="123992"/>
                </a:tc>
              </a:tr>
              <a:tr h="370840">
                <a:tc>
                  <a:txBody>
                    <a:bodyPr/>
                    <a:lstStyle/>
                    <a:p>
                      <a:r>
                        <a:rPr lang="en-GB" b="1" dirty="0" smtClean="0"/>
                        <a:t>State</a:t>
                      </a:r>
                      <a:endParaRPr lang="en-GB" b="1" dirty="0"/>
                    </a:p>
                  </a:txBody>
                  <a:tcPr marL="123992" marR="123992"/>
                </a:tc>
                <a:tc>
                  <a:txBody>
                    <a:bodyPr/>
                    <a:lstStyle/>
                    <a:p>
                      <a:r>
                        <a:rPr lang="en-GB" dirty="0" smtClean="0"/>
                        <a:t>Internal state code for the database engine</a:t>
                      </a:r>
                      <a:r>
                        <a:rPr lang="en-GB" baseline="0" dirty="0" smtClean="0"/>
                        <a:t> condition</a:t>
                      </a:r>
                      <a:endParaRPr lang="en-GB" dirty="0"/>
                    </a:p>
                  </a:txBody>
                  <a:tcPr marL="123992" marR="123992"/>
                </a:tc>
              </a:tr>
              <a:tr h="370840">
                <a:tc>
                  <a:txBody>
                    <a:bodyPr/>
                    <a:lstStyle/>
                    <a:p>
                      <a:r>
                        <a:rPr lang="en-GB" b="1" dirty="0" smtClean="0"/>
                        <a:t>Procedure</a:t>
                      </a:r>
                      <a:endParaRPr lang="en-GB" b="1" dirty="0"/>
                    </a:p>
                  </a:txBody>
                  <a:tcPr marL="123992" marR="123992"/>
                </a:tc>
                <a:tc>
                  <a:txBody>
                    <a:bodyPr/>
                    <a:lstStyle/>
                    <a:p>
                      <a:r>
                        <a:rPr lang="en-GB" dirty="0" smtClean="0"/>
                        <a:t>The name of the stored procedure or trigger in</a:t>
                      </a:r>
                      <a:r>
                        <a:rPr lang="en-GB" baseline="0" dirty="0" smtClean="0"/>
                        <a:t> which the error occurred</a:t>
                      </a:r>
                      <a:endParaRPr lang="en-GB" dirty="0"/>
                    </a:p>
                  </a:txBody>
                  <a:tcPr marL="123992" marR="123992"/>
                </a:tc>
              </a:tr>
              <a:tr h="370840">
                <a:tc>
                  <a:txBody>
                    <a:bodyPr/>
                    <a:lstStyle/>
                    <a:p>
                      <a:r>
                        <a:rPr lang="en-GB" b="1" dirty="0" smtClean="0"/>
                        <a:t>Line number</a:t>
                      </a:r>
                      <a:endParaRPr lang="en-GB" b="1" dirty="0"/>
                    </a:p>
                  </a:txBody>
                  <a:tcPr marL="123992" marR="123992"/>
                </a:tc>
                <a:tc>
                  <a:txBody>
                    <a:bodyPr/>
                    <a:lstStyle/>
                    <a:p>
                      <a:r>
                        <a:rPr lang="en-GB" dirty="0" smtClean="0"/>
                        <a:t>Which statement in the batch</a:t>
                      </a:r>
                      <a:r>
                        <a:rPr lang="en-GB" baseline="0" dirty="0" smtClean="0"/>
                        <a:t> or</a:t>
                      </a:r>
                      <a:r>
                        <a:rPr lang="en-GB" dirty="0" smtClean="0"/>
                        <a:t> procedure generated</a:t>
                      </a:r>
                      <a:r>
                        <a:rPr lang="en-GB" baseline="0" dirty="0" smtClean="0"/>
                        <a:t> the error</a:t>
                      </a:r>
                      <a:endParaRPr lang="en-GB" dirty="0"/>
                    </a:p>
                  </a:txBody>
                  <a:tcPr marL="123992" marR="123992"/>
                </a:tc>
              </a:tr>
            </a:tbl>
          </a:graphicData>
        </a:graphic>
      </p:graphicFrame>
      <p:sp>
        <p:nvSpPr>
          <p:cNvPr id="5" name="Content Placeholder 6"/>
          <p:cNvSpPr txBox="1">
            <a:spLocks/>
          </p:cNvSpPr>
          <p:nvPr/>
        </p:nvSpPr>
        <p:spPr>
          <a:xfrm>
            <a:off x="379413" y="3943350"/>
            <a:ext cx="11525250" cy="2735263"/>
          </a:xfrm>
          <a:prstGeom prst="rect">
            <a:avLst/>
          </a:prstGeom>
        </p:spPr>
        <p:txBody>
          <a:bodyPr>
            <a:normAutofit/>
          </a:bodyPr>
          <a:lstStyle>
            <a:lvl1pPr marL="342783" indent="-342783" algn="l" defTabSz="914088" rtl="0" eaLnBrk="1" latinLnBrk="0" hangingPunct="1">
              <a:spcBef>
                <a:spcPts val="1400"/>
              </a:spcBef>
              <a:buFont typeface="Arial" pitchFamily="34" charset="0"/>
              <a:buChar char="•"/>
              <a:defRPr sz="3200" b="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GB" dirty="0" smtClean="0"/>
              <a:t>In SQL Server (</a:t>
            </a:r>
            <a:r>
              <a:rPr lang="en-GB" u="sng" dirty="0" smtClean="0"/>
              <a:t>not</a:t>
            </a:r>
            <a:r>
              <a:rPr lang="en-GB" dirty="0" smtClean="0"/>
              <a:t> Azure SQL Database):</a:t>
            </a:r>
          </a:p>
          <a:p>
            <a:pPr lvl="1"/>
            <a:r>
              <a:rPr lang="en-GB" dirty="0" smtClean="0"/>
              <a:t>Error messages are in </a:t>
            </a:r>
            <a:r>
              <a:rPr lang="en-GB" b="1" dirty="0" err="1" smtClean="0"/>
              <a:t>sys.messages</a:t>
            </a:r>
            <a:endParaRPr lang="en-GB" dirty="0" smtClean="0"/>
          </a:p>
          <a:p>
            <a:pPr lvl="1"/>
            <a:r>
              <a:rPr lang="en-GB" dirty="0" smtClean="0"/>
              <a:t>You can add custom messages using </a:t>
            </a:r>
            <a:r>
              <a:rPr lang="en-GB" b="1" dirty="0" err="1" smtClean="0"/>
              <a:t>sp_addmessage</a:t>
            </a:r>
            <a:endParaRPr lang="en-GB" b="1" dirty="0" smtClean="0"/>
          </a:p>
        </p:txBody>
      </p:sp>
    </p:spTree>
    <p:extLst>
      <p:ext uri="{BB962C8B-B14F-4D97-AF65-F5344CB8AC3E}">
        <p14:creationId xmlns:p14="http://schemas.microsoft.com/office/powerpoint/2010/main" xmlns="" val="12548940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Raising Errors</a:t>
            </a:r>
            <a:endParaRPr lang="en-GB" dirty="0"/>
          </a:p>
        </p:txBody>
      </p:sp>
      <p:sp>
        <p:nvSpPr>
          <p:cNvPr id="3" name="Content Placeholder 2"/>
          <p:cNvSpPr>
            <a:spLocks noGrp="1"/>
          </p:cNvSpPr>
          <p:nvPr>
            <p:ph sz="quarter" idx="10"/>
          </p:nvPr>
        </p:nvSpPr>
        <p:spPr>
          <a:xfrm>
            <a:off x="272256" y="1245702"/>
            <a:ext cx="11550649" cy="5168593"/>
          </a:xfrm>
        </p:spPr>
        <p:txBody>
          <a:bodyPr/>
          <a:lstStyle/>
          <a:p>
            <a:r>
              <a:rPr lang="en-GB" dirty="0" smtClean="0"/>
              <a:t>The RAISERROR Command</a:t>
            </a:r>
          </a:p>
          <a:p>
            <a:pPr lvl="1"/>
            <a:r>
              <a:rPr lang="en-GB" dirty="0" smtClean="0"/>
              <a:t>Raise a user-defined error in </a:t>
            </a:r>
            <a:r>
              <a:rPr lang="en-GB" b="1" dirty="0" err="1" smtClean="0"/>
              <a:t>sys.messages</a:t>
            </a:r>
            <a:r>
              <a:rPr lang="en-GB" dirty="0" smtClean="0"/>
              <a:t> (SQL Server only)</a:t>
            </a:r>
          </a:p>
          <a:p>
            <a:pPr lvl="1"/>
            <a:r>
              <a:rPr lang="en-GB" dirty="0" smtClean="0"/>
              <a:t>Raise an explicit error message, severity, and state (SQL Server and Azure SQL Database)</a:t>
            </a:r>
          </a:p>
          <a:p>
            <a:pPr lvl="1"/>
            <a:endParaRPr lang="en-GB" dirty="0"/>
          </a:p>
          <a:p>
            <a:r>
              <a:rPr lang="en-GB" dirty="0" smtClean="0"/>
              <a:t>The THROW Command</a:t>
            </a:r>
          </a:p>
          <a:p>
            <a:pPr lvl="1"/>
            <a:r>
              <a:rPr lang="en-GB" dirty="0" smtClean="0"/>
              <a:t>Replacement for RAISERROR</a:t>
            </a:r>
          </a:p>
          <a:p>
            <a:pPr lvl="1"/>
            <a:r>
              <a:rPr lang="en-GB" dirty="0" smtClean="0"/>
              <a:t>Throw explicit error number, message, and state (severity is 16)</a:t>
            </a:r>
          </a:p>
          <a:p>
            <a:pPr lvl="1"/>
            <a:r>
              <a:rPr lang="en-GB" dirty="0" smtClean="0"/>
              <a:t>Re-throw existing error</a:t>
            </a:r>
            <a:endParaRPr lang="en-GB" dirty="0"/>
          </a:p>
        </p:txBody>
      </p:sp>
      <p:sp>
        <p:nvSpPr>
          <p:cNvPr id="5" name="Rounded Rectangle 4"/>
          <p:cNvSpPr/>
          <p:nvPr/>
        </p:nvSpPr>
        <p:spPr bwMode="auto">
          <a:xfrm>
            <a:off x="3242310" y="3220874"/>
            <a:ext cx="4587240" cy="609124"/>
          </a:xfrm>
          <a:prstGeom prst="roundRect">
            <a:avLst/>
          </a:prstGeom>
          <a:solidFill>
            <a:srgbClr val="8DACD0">
              <a:lumMod val="20000"/>
              <a:lumOff val="80000"/>
            </a:srgbClr>
          </a:solidFill>
          <a:ln w="9525" cap="flat" cmpd="sng" algn="ctr">
            <a:no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GB" sz="1800" b="0" i="0" u="none" strike="noStrike" kern="0" cap="none" spc="0" normalizeH="0" baseline="0" noProof="0" dirty="0" smtClean="0">
                <a:ln>
                  <a:noFill/>
                </a:ln>
                <a:solidFill>
                  <a:srgbClr val="000000"/>
                </a:solidFill>
                <a:effectLst/>
                <a:uLnTx/>
                <a:uFillTx/>
                <a:latin typeface="Segoe UI" panose="020B0502040204020203" pitchFamily="34" charset="0"/>
                <a:cs typeface="Segoe UI" panose="020B0502040204020203" pitchFamily="34" charset="0"/>
              </a:rPr>
              <a:t>RAISERROR (‘An Error Occurred‘, 16, 0); </a:t>
            </a:r>
          </a:p>
        </p:txBody>
      </p:sp>
      <p:sp>
        <p:nvSpPr>
          <p:cNvPr id="6" name="Rounded Rectangle 5"/>
          <p:cNvSpPr/>
          <p:nvPr/>
        </p:nvSpPr>
        <p:spPr bwMode="auto">
          <a:xfrm>
            <a:off x="3242310" y="6040512"/>
            <a:ext cx="4587240" cy="609124"/>
          </a:xfrm>
          <a:prstGeom prst="roundRect">
            <a:avLst/>
          </a:prstGeom>
          <a:solidFill>
            <a:srgbClr val="8DACD0">
              <a:lumMod val="20000"/>
              <a:lumOff val="80000"/>
            </a:srgbClr>
          </a:solidFill>
          <a:ln w="9525" cap="flat" cmpd="sng" algn="ctr">
            <a:no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lvl="0" indent="0" defTabSz="914400" eaLnBrk="0" fontAlgn="auto" latinLnBrk="0" hangingPunct="0">
              <a:lnSpc>
                <a:spcPct val="100000"/>
              </a:lnSpc>
              <a:spcBef>
                <a:spcPts val="0"/>
              </a:spcBef>
              <a:spcAft>
                <a:spcPts val="0"/>
              </a:spcAft>
              <a:buClrTx/>
              <a:buSzTx/>
              <a:buFontTx/>
              <a:buNone/>
              <a:tabLst/>
              <a:defRPr/>
            </a:pPr>
            <a:r>
              <a:rPr lang="en-GB" kern="0" dirty="0" smtClean="0">
                <a:solidFill>
                  <a:srgbClr val="000000"/>
                </a:solidFill>
                <a:latin typeface="Segoe UI" panose="020B0502040204020203" pitchFamily="34" charset="0"/>
                <a:cs typeface="Segoe UI" panose="020B0502040204020203" pitchFamily="34" charset="0"/>
              </a:rPr>
              <a:t>THROW 50001, </a:t>
            </a:r>
            <a:r>
              <a:rPr kumimoji="0" lang="en-GB" sz="1800" b="0" i="0" u="none" strike="noStrike" kern="0" cap="none" spc="0" normalizeH="0" baseline="0" noProof="0" dirty="0" smtClean="0">
                <a:ln>
                  <a:noFill/>
                </a:ln>
                <a:solidFill>
                  <a:srgbClr val="000000"/>
                </a:solidFill>
                <a:effectLst/>
                <a:uLnTx/>
                <a:uFillTx/>
                <a:latin typeface="Segoe UI" panose="020B0502040204020203" pitchFamily="34" charset="0"/>
                <a:cs typeface="Segoe UI" panose="020B0502040204020203" pitchFamily="34" charset="0"/>
              </a:rPr>
              <a:t>‘An Error Occurred‘, 0; </a:t>
            </a:r>
          </a:p>
        </p:txBody>
      </p:sp>
    </p:spTree>
    <p:extLst>
      <p:ext uri="{BB962C8B-B14F-4D97-AF65-F5344CB8AC3E}">
        <p14:creationId xmlns:p14="http://schemas.microsoft.com/office/powerpoint/2010/main" xmlns="" val="845801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smtClean="0"/>
              <a:t>Raising Errors</a:t>
            </a:r>
            <a:endParaRPr lang="en-GB" dirty="0"/>
          </a:p>
        </p:txBody>
      </p:sp>
      <p:sp>
        <p:nvSpPr>
          <p:cNvPr id="3" name="TextovéPole 2"/>
          <p:cNvSpPr txBox="1"/>
          <p:nvPr/>
        </p:nvSpPr>
        <p:spPr>
          <a:xfrm>
            <a:off x="543208" y="389299"/>
            <a:ext cx="10474859" cy="923330"/>
          </a:xfrm>
          <a:prstGeom prst="rect">
            <a:avLst/>
          </a:prstGeom>
          <a:noFill/>
        </p:spPr>
        <p:txBody>
          <a:bodyPr wrap="square" rtlCol="0">
            <a:spAutoFit/>
          </a:bodyPr>
          <a:lstStyle/>
          <a:p>
            <a:r>
              <a:rPr lang="en-US" dirty="0" smtClean="0"/>
              <a:t>There is one more important difference between THROW and RAISERROR: THROW terminates execution of the batch if not surrounded by TRY..CATCH block, while RAISERROR reports the error, but does not terminate the batch (assuming that you use same severity for both of them - 16)</a:t>
            </a:r>
            <a:endParaRPr lang="cs-CZ" dirty="0"/>
          </a:p>
        </p:txBody>
      </p:sp>
    </p:spTree>
    <p:extLst>
      <p:ext uri="{BB962C8B-B14F-4D97-AF65-F5344CB8AC3E}">
        <p14:creationId xmlns:p14="http://schemas.microsoft.com/office/powerpoint/2010/main" xmlns="" val="4075296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smtClean="0"/>
              <a:t>Catching and Handling Errors</a:t>
            </a:r>
            <a:endParaRPr lang="en-GB" dirty="0"/>
          </a:p>
        </p:txBody>
      </p:sp>
      <p:sp>
        <p:nvSpPr>
          <p:cNvPr id="4" name="Content Placeholder 3"/>
          <p:cNvSpPr>
            <a:spLocks noGrp="1"/>
          </p:cNvSpPr>
          <p:nvPr>
            <p:ph sz="quarter" idx="10"/>
          </p:nvPr>
        </p:nvSpPr>
        <p:spPr>
          <a:xfrm>
            <a:off x="172245" y="1245702"/>
            <a:ext cx="8900318" cy="5168593"/>
          </a:xfrm>
        </p:spPr>
        <p:txBody>
          <a:bodyPr/>
          <a:lstStyle/>
          <a:p>
            <a:r>
              <a:rPr lang="en-GB" dirty="0" smtClean="0"/>
              <a:t>Use a TRY…CATCH Block</a:t>
            </a:r>
          </a:p>
          <a:p>
            <a:r>
              <a:rPr lang="en-GB" dirty="0" smtClean="0"/>
              <a:t>Handle errors in the CATCH block</a:t>
            </a:r>
          </a:p>
          <a:p>
            <a:pPr lvl="1"/>
            <a:r>
              <a:rPr lang="en-GB" dirty="0" smtClean="0"/>
              <a:t>Get error information:</a:t>
            </a:r>
          </a:p>
          <a:p>
            <a:pPr lvl="2"/>
            <a:r>
              <a:rPr lang="en-GB" sz="1800" dirty="0" smtClean="0"/>
              <a:t>@@ERROR</a:t>
            </a:r>
          </a:p>
          <a:p>
            <a:pPr lvl="2"/>
            <a:r>
              <a:rPr lang="en-GB" sz="1800" dirty="0" smtClean="0"/>
              <a:t>ERROR_NUMBER()</a:t>
            </a:r>
          </a:p>
          <a:p>
            <a:pPr lvl="2"/>
            <a:r>
              <a:rPr lang="en-GB" sz="1800" dirty="0" smtClean="0"/>
              <a:t>ERROR_MESSAGE()</a:t>
            </a:r>
          </a:p>
          <a:p>
            <a:pPr lvl="2"/>
            <a:r>
              <a:rPr lang="en-GB" sz="1800" dirty="0" smtClean="0"/>
              <a:t>ERROR_SEVERITY()</a:t>
            </a:r>
          </a:p>
          <a:p>
            <a:pPr lvl="2"/>
            <a:r>
              <a:rPr lang="en-GB" sz="1800" dirty="0" smtClean="0"/>
              <a:t>ERROR_STATE()</a:t>
            </a:r>
          </a:p>
          <a:p>
            <a:pPr lvl="2"/>
            <a:r>
              <a:rPr lang="en-GB" sz="1800" dirty="0" smtClean="0"/>
              <a:t>ERROR_PROCEDURE()</a:t>
            </a:r>
          </a:p>
          <a:p>
            <a:pPr lvl="2"/>
            <a:r>
              <a:rPr lang="en-GB" sz="1800" dirty="0" smtClean="0"/>
              <a:t>ERROR_LINE()</a:t>
            </a:r>
          </a:p>
          <a:p>
            <a:pPr lvl="1"/>
            <a:r>
              <a:rPr lang="en-GB" dirty="0" smtClean="0"/>
              <a:t>Execute custom correction or logging code</a:t>
            </a:r>
          </a:p>
          <a:p>
            <a:pPr lvl="1"/>
            <a:r>
              <a:rPr lang="en-GB" dirty="0" smtClean="0"/>
              <a:t>Re-throw the original error, or throw a custom error</a:t>
            </a:r>
            <a:endParaRPr lang="en-GB" dirty="0"/>
          </a:p>
        </p:txBody>
      </p:sp>
      <p:sp>
        <p:nvSpPr>
          <p:cNvPr id="5" name="Rounded Rectangle 4"/>
          <p:cNvSpPr/>
          <p:nvPr/>
        </p:nvSpPr>
        <p:spPr bwMode="auto">
          <a:xfrm>
            <a:off x="6557962" y="1568525"/>
            <a:ext cx="5436394" cy="3167782"/>
          </a:xfrm>
          <a:prstGeom prst="roundRect">
            <a:avLst/>
          </a:prstGeom>
          <a:solidFill>
            <a:srgbClr val="8DACD0">
              <a:lumMod val="20000"/>
              <a:lumOff val="80000"/>
            </a:srgbClr>
          </a:solidFill>
          <a:ln w="9525" cap="flat" cmpd="sng" algn="ctr">
            <a:no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lvl="0" indent="0" defTabSz="914400" eaLnBrk="0" fontAlgn="auto" latinLnBrk="0" hangingPunct="0">
              <a:lnSpc>
                <a:spcPct val="100000"/>
              </a:lnSpc>
              <a:spcBef>
                <a:spcPts val="0"/>
              </a:spcBef>
              <a:spcAft>
                <a:spcPts val="0"/>
              </a:spcAft>
              <a:buClrTx/>
              <a:buSzTx/>
              <a:buFontTx/>
              <a:buNone/>
              <a:tabLst/>
              <a:defRPr/>
            </a:pPr>
            <a:r>
              <a:rPr lang="en-GB" kern="0" dirty="0" smtClean="0">
                <a:solidFill>
                  <a:srgbClr val="000000"/>
                </a:solidFill>
                <a:latin typeface="Segoe UI" panose="020B0502040204020203" pitchFamily="34" charset="0"/>
                <a:cs typeface="Segoe UI" panose="020B0502040204020203" pitchFamily="34" charset="0"/>
              </a:rPr>
              <a:t>DECLARE @Discount INT = 0;</a:t>
            </a:r>
          </a:p>
          <a:p>
            <a:pPr marL="0" marR="0" lvl="0" indent="0" defTabSz="914400" eaLnBrk="0" fontAlgn="auto" latinLnBrk="0" hangingPunct="0">
              <a:lnSpc>
                <a:spcPct val="100000"/>
              </a:lnSpc>
              <a:spcBef>
                <a:spcPts val="0"/>
              </a:spcBef>
              <a:spcAft>
                <a:spcPts val="0"/>
              </a:spcAft>
              <a:buClrTx/>
              <a:buSzTx/>
              <a:buFontTx/>
              <a:buNone/>
              <a:tabLst/>
              <a:defRPr/>
            </a:pPr>
            <a:r>
              <a:rPr lang="en-GB" kern="0" dirty="0" smtClean="0">
                <a:solidFill>
                  <a:srgbClr val="000000"/>
                </a:solidFill>
                <a:latin typeface="Segoe UI" panose="020B0502040204020203" pitchFamily="34" charset="0"/>
                <a:cs typeface="Segoe UI" panose="020B0502040204020203" pitchFamily="34" charset="0"/>
              </a:rPr>
              <a:t>BEGIN TRY</a:t>
            </a:r>
          </a:p>
          <a:p>
            <a:pPr marL="0" marR="0" lvl="0" indent="0" defTabSz="914400" eaLnBrk="0" fontAlgn="auto" latinLnBrk="0" hangingPunct="0">
              <a:lnSpc>
                <a:spcPct val="100000"/>
              </a:lnSpc>
              <a:spcBef>
                <a:spcPts val="0"/>
              </a:spcBef>
              <a:spcAft>
                <a:spcPts val="0"/>
              </a:spcAft>
              <a:buClrTx/>
              <a:buSzTx/>
              <a:buFontTx/>
              <a:buNone/>
              <a:tabLst/>
              <a:defRPr/>
            </a:pPr>
            <a:r>
              <a:rPr kumimoji="0" lang="en-GB" sz="1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rPr>
              <a:t>	</a:t>
            </a:r>
            <a:r>
              <a:rPr kumimoji="0" lang="en-GB" sz="1800" b="0" i="0" u="none" strike="noStrike" kern="0" cap="none" spc="0" normalizeH="0" baseline="0" noProof="0" dirty="0" smtClean="0">
                <a:ln>
                  <a:noFill/>
                </a:ln>
                <a:solidFill>
                  <a:srgbClr val="000000"/>
                </a:solidFill>
                <a:effectLst/>
                <a:uLnTx/>
                <a:uFillTx/>
                <a:latin typeface="Segoe UI" panose="020B0502040204020203" pitchFamily="34" charset="0"/>
                <a:cs typeface="Segoe UI" panose="020B0502040204020203" pitchFamily="34" charset="0"/>
              </a:rPr>
              <a:t>UPDATE </a:t>
            </a:r>
            <a:r>
              <a:rPr kumimoji="0" lang="en-GB" sz="1800" b="0" i="0" u="none" strike="noStrike" kern="0" cap="none" spc="0" normalizeH="0" baseline="0" noProof="0" dirty="0" err="1" smtClean="0">
                <a:ln>
                  <a:noFill/>
                </a:ln>
                <a:solidFill>
                  <a:srgbClr val="000000"/>
                </a:solidFill>
                <a:effectLst/>
                <a:uLnTx/>
                <a:uFillTx/>
                <a:latin typeface="Segoe UI" panose="020B0502040204020203" pitchFamily="34" charset="0"/>
                <a:cs typeface="Segoe UI" panose="020B0502040204020203" pitchFamily="34" charset="0"/>
              </a:rPr>
              <a:t>Production.Product</a:t>
            </a:r>
            <a:endParaRPr kumimoji="0" lang="en-GB" sz="1800" b="0" i="0" u="none" strike="noStrike" kern="0" cap="none" spc="0" normalizeH="0" baseline="0" noProof="0" dirty="0" smtClean="0">
              <a:ln>
                <a:noFill/>
              </a:ln>
              <a:solidFill>
                <a:srgbClr val="000000"/>
              </a:solidFill>
              <a:effectLst/>
              <a:uLnTx/>
              <a:uFillTx/>
              <a:latin typeface="Segoe UI" panose="020B0502040204020203" pitchFamily="34" charset="0"/>
              <a:cs typeface="Segoe UI" panose="020B0502040204020203" pitchFamily="34" charset="0"/>
            </a:endParaRPr>
          </a:p>
          <a:p>
            <a:pPr marL="0" marR="0" lvl="0" indent="0" defTabSz="914400" eaLnBrk="0" fontAlgn="auto" latinLnBrk="0" hangingPunct="0">
              <a:lnSpc>
                <a:spcPct val="100000"/>
              </a:lnSpc>
              <a:spcBef>
                <a:spcPts val="0"/>
              </a:spcBef>
              <a:spcAft>
                <a:spcPts val="0"/>
              </a:spcAft>
              <a:buClrTx/>
              <a:buSzTx/>
              <a:buFontTx/>
              <a:buNone/>
              <a:tabLst/>
              <a:defRPr/>
            </a:pPr>
            <a:r>
              <a:rPr lang="en-GB" kern="0" dirty="0">
                <a:solidFill>
                  <a:srgbClr val="000000"/>
                </a:solidFill>
                <a:latin typeface="Segoe UI" panose="020B0502040204020203" pitchFamily="34" charset="0"/>
                <a:cs typeface="Segoe UI" panose="020B0502040204020203" pitchFamily="34" charset="0"/>
              </a:rPr>
              <a:t>	</a:t>
            </a:r>
            <a:r>
              <a:rPr lang="en-GB" kern="0" dirty="0" smtClean="0">
                <a:solidFill>
                  <a:srgbClr val="000000"/>
                </a:solidFill>
                <a:latin typeface="Segoe UI" panose="020B0502040204020203" pitchFamily="34" charset="0"/>
                <a:cs typeface="Segoe UI" panose="020B0502040204020203" pitchFamily="34" charset="0"/>
              </a:rPr>
              <a:t>SET</a:t>
            </a:r>
            <a:r>
              <a:rPr kumimoji="0" lang="en-GB" sz="1800" b="0" i="0" u="none" strike="noStrike" kern="0" cap="none" spc="0" normalizeH="0" baseline="0" noProof="0" dirty="0" smtClean="0">
                <a:ln>
                  <a:noFill/>
                </a:ln>
                <a:solidFill>
                  <a:srgbClr val="000000"/>
                </a:solidFill>
                <a:effectLst/>
                <a:uLnTx/>
                <a:uFillTx/>
                <a:latin typeface="Segoe UI" panose="020B0502040204020203" pitchFamily="34" charset="0"/>
                <a:cs typeface="Segoe UI" panose="020B0502040204020203" pitchFamily="34" charset="0"/>
              </a:rPr>
              <a:t> Price = Price</a:t>
            </a:r>
            <a:r>
              <a:rPr kumimoji="0" lang="en-GB" sz="1800" b="0" i="0" u="none" strike="noStrike" kern="0" cap="none" spc="0" normalizeH="0" noProof="0" dirty="0" smtClean="0">
                <a:ln>
                  <a:noFill/>
                </a:ln>
                <a:solidFill>
                  <a:srgbClr val="000000"/>
                </a:solidFill>
                <a:effectLst/>
                <a:uLnTx/>
                <a:uFillTx/>
                <a:latin typeface="Segoe UI" panose="020B0502040204020203" pitchFamily="34" charset="0"/>
                <a:cs typeface="Segoe UI" panose="020B0502040204020203" pitchFamily="34" charset="0"/>
              </a:rPr>
              <a:t> / @Discount</a:t>
            </a:r>
          </a:p>
          <a:p>
            <a:pPr marL="0" marR="0" lvl="0" indent="0" defTabSz="914400" eaLnBrk="0" fontAlgn="auto" latinLnBrk="0" hangingPunct="0">
              <a:lnSpc>
                <a:spcPct val="100000"/>
              </a:lnSpc>
              <a:spcBef>
                <a:spcPts val="0"/>
              </a:spcBef>
              <a:spcAft>
                <a:spcPts val="0"/>
              </a:spcAft>
              <a:buClrTx/>
              <a:buSzTx/>
              <a:buFontTx/>
              <a:buNone/>
              <a:tabLst/>
              <a:defRPr/>
            </a:pPr>
            <a:r>
              <a:rPr lang="en-GB" kern="0" baseline="0" dirty="0" smtClean="0">
                <a:solidFill>
                  <a:srgbClr val="000000"/>
                </a:solidFill>
                <a:latin typeface="Segoe UI" panose="020B0502040204020203" pitchFamily="34" charset="0"/>
                <a:cs typeface="Segoe UI" panose="020B0502040204020203" pitchFamily="34" charset="0"/>
              </a:rPr>
              <a:t>END</a:t>
            </a:r>
            <a:r>
              <a:rPr lang="en-GB" kern="0" dirty="0" smtClean="0">
                <a:solidFill>
                  <a:srgbClr val="000000"/>
                </a:solidFill>
                <a:latin typeface="Segoe UI" panose="020B0502040204020203" pitchFamily="34" charset="0"/>
                <a:cs typeface="Segoe UI" panose="020B0502040204020203" pitchFamily="34" charset="0"/>
              </a:rPr>
              <a:t> TRY</a:t>
            </a:r>
            <a:endParaRPr kumimoji="0" lang="en-GB" sz="1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endParaRPr>
          </a:p>
          <a:p>
            <a:pPr marL="0" marR="0" lvl="0" indent="0" defTabSz="914400" eaLnBrk="0" fontAlgn="auto" latinLnBrk="0" hangingPunct="0">
              <a:lnSpc>
                <a:spcPct val="100000"/>
              </a:lnSpc>
              <a:spcBef>
                <a:spcPts val="0"/>
              </a:spcBef>
              <a:spcAft>
                <a:spcPts val="0"/>
              </a:spcAft>
              <a:buClrTx/>
              <a:buSzTx/>
              <a:buFontTx/>
              <a:buNone/>
              <a:tabLst/>
              <a:defRPr/>
            </a:pPr>
            <a:r>
              <a:rPr lang="en-GB" kern="0" dirty="0" smtClean="0">
                <a:solidFill>
                  <a:srgbClr val="000000"/>
                </a:solidFill>
                <a:latin typeface="Segoe UI" panose="020B0502040204020203" pitchFamily="34" charset="0"/>
                <a:cs typeface="Segoe UI" panose="020B0502040204020203" pitchFamily="34" charset="0"/>
              </a:rPr>
              <a:t>BEGIN CATCH</a:t>
            </a:r>
          </a:p>
          <a:p>
            <a:pPr marL="0" marR="0" lvl="0" indent="0" defTabSz="914400" eaLnBrk="0" fontAlgn="auto" latinLnBrk="0" hangingPunct="0">
              <a:lnSpc>
                <a:spcPct val="100000"/>
              </a:lnSpc>
              <a:spcBef>
                <a:spcPts val="0"/>
              </a:spcBef>
              <a:spcAft>
                <a:spcPts val="0"/>
              </a:spcAft>
              <a:buClrTx/>
              <a:buSzTx/>
              <a:buFontTx/>
              <a:buNone/>
              <a:tabLst/>
              <a:defRPr/>
            </a:pPr>
            <a:r>
              <a:rPr lang="en-GB" kern="0" dirty="0" smtClean="0">
                <a:solidFill>
                  <a:srgbClr val="000000"/>
                </a:solidFill>
                <a:latin typeface="Segoe UI" panose="020B0502040204020203" pitchFamily="34" charset="0"/>
                <a:cs typeface="Segoe UI" panose="020B0502040204020203" pitchFamily="34" charset="0"/>
              </a:rPr>
              <a:t>	PRINT ERROR_MESSAGE();</a:t>
            </a:r>
          </a:p>
          <a:p>
            <a:pPr marL="0" marR="0" lvl="0" indent="0" defTabSz="914400" eaLnBrk="0" fontAlgn="auto" latinLnBrk="0" hangingPunct="0">
              <a:lnSpc>
                <a:spcPct val="100000"/>
              </a:lnSpc>
              <a:spcBef>
                <a:spcPts val="0"/>
              </a:spcBef>
              <a:spcAft>
                <a:spcPts val="0"/>
              </a:spcAft>
              <a:buClrTx/>
              <a:buSzTx/>
              <a:buFontTx/>
              <a:buNone/>
              <a:tabLst/>
              <a:defRPr/>
            </a:pPr>
            <a:r>
              <a:rPr lang="en-GB" kern="0" dirty="0">
                <a:solidFill>
                  <a:srgbClr val="000000"/>
                </a:solidFill>
                <a:latin typeface="Segoe UI" panose="020B0502040204020203" pitchFamily="34" charset="0"/>
                <a:cs typeface="Segoe UI" panose="020B0502040204020203" pitchFamily="34" charset="0"/>
              </a:rPr>
              <a:t>	</a:t>
            </a:r>
            <a:r>
              <a:rPr lang="en-GB" kern="0" dirty="0" smtClean="0">
                <a:solidFill>
                  <a:srgbClr val="000000"/>
                </a:solidFill>
                <a:latin typeface="Segoe UI" panose="020B0502040204020203" pitchFamily="34" charset="0"/>
                <a:cs typeface="Segoe UI" panose="020B0502040204020203" pitchFamily="34" charset="0"/>
              </a:rPr>
              <a:t>THROW 50001, ‘An error occurred’, 0;</a:t>
            </a:r>
            <a:endParaRPr lang="en-GB" kern="0" dirty="0">
              <a:solidFill>
                <a:srgbClr val="000000"/>
              </a:solidFill>
              <a:latin typeface="Segoe UI" panose="020B0502040204020203" pitchFamily="34" charset="0"/>
              <a:cs typeface="Segoe UI" panose="020B0502040204020203" pitchFamily="34" charset="0"/>
            </a:endParaRPr>
          </a:p>
          <a:p>
            <a:pPr marL="0" marR="0" lvl="0" indent="0" defTabSz="914400" eaLnBrk="0" fontAlgn="auto" latinLnBrk="0" hangingPunct="0">
              <a:lnSpc>
                <a:spcPct val="100000"/>
              </a:lnSpc>
              <a:spcBef>
                <a:spcPts val="0"/>
              </a:spcBef>
              <a:spcAft>
                <a:spcPts val="0"/>
              </a:spcAft>
              <a:buClrTx/>
              <a:buSzTx/>
              <a:buFontTx/>
              <a:buNone/>
              <a:tabLst/>
              <a:defRPr/>
            </a:pPr>
            <a:r>
              <a:rPr lang="en-GB" kern="0" dirty="0" smtClean="0">
                <a:solidFill>
                  <a:srgbClr val="000000"/>
                </a:solidFill>
                <a:latin typeface="Segoe UI" panose="020B0502040204020203" pitchFamily="34" charset="0"/>
                <a:cs typeface="Segoe UI" panose="020B0502040204020203" pitchFamily="34" charset="0"/>
              </a:rPr>
              <a:t>END CATCH;</a:t>
            </a:r>
          </a:p>
          <a:p>
            <a:pPr marL="0" marR="0" lvl="0" indent="0" defTabSz="914400" eaLnBrk="0" fontAlgn="auto" latinLnBrk="0" hangingPunct="0">
              <a:lnSpc>
                <a:spcPct val="100000"/>
              </a:lnSpc>
              <a:spcBef>
                <a:spcPts val="0"/>
              </a:spcBef>
              <a:spcAft>
                <a:spcPts val="0"/>
              </a:spcAft>
              <a:buClrTx/>
              <a:buSzTx/>
              <a:buFontTx/>
              <a:buNone/>
              <a:tabLst/>
              <a:defRPr/>
            </a:pPr>
            <a:endParaRPr kumimoji="0" lang="en-GB" sz="1800" b="0" i="0" u="none" strike="noStrike" kern="0" cap="none" spc="0" normalizeH="0" baseline="0" noProof="0" dirty="0" smtClean="0">
              <a:ln>
                <a:noFill/>
              </a:ln>
              <a:solidFill>
                <a:srgbClr val="000000"/>
              </a:solidFill>
              <a:effectLst/>
              <a:uLnTx/>
              <a:uFillTx/>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xmlns="" val="3701059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smtClean="0"/>
              <a:t>Catching and Handling Errors</a:t>
            </a:r>
            <a:endParaRPr lang="en-GB" dirty="0"/>
          </a:p>
        </p:txBody>
      </p:sp>
    </p:spTree>
    <p:extLst>
      <p:ext uri="{BB962C8B-B14F-4D97-AF65-F5344CB8AC3E}">
        <p14:creationId xmlns:p14="http://schemas.microsoft.com/office/powerpoint/2010/main" xmlns="" val="4137594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Introduction to Transactions</a:t>
            </a:r>
            <a:endParaRPr lang="en-GB" dirty="0"/>
          </a:p>
        </p:txBody>
      </p:sp>
      <p:sp>
        <p:nvSpPr>
          <p:cNvPr id="3" name="Content Placeholder 2"/>
          <p:cNvSpPr>
            <a:spLocks noGrp="1"/>
          </p:cNvSpPr>
          <p:nvPr>
            <p:ph sz="quarter" idx="10"/>
          </p:nvPr>
        </p:nvSpPr>
        <p:spPr>
          <a:xfrm>
            <a:off x="379413" y="1135856"/>
            <a:ext cx="11525250" cy="5542758"/>
          </a:xfrm>
        </p:spPr>
        <p:txBody>
          <a:bodyPr/>
          <a:lstStyle/>
          <a:p>
            <a:r>
              <a:rPr lang="en-GB" dirty="0"/>
              <a:t>A transaction is a group of tasks defining a unit of work</a:t>
            </a:r>
          </a:p>
          <a:p>
            <a:r>
              <a:rPr lang="en-GB" dirty="0"/>
              <a:t>The entire unit must succeed or fail together—no partial completion is permitted</a:t>
            </a:r>
          </a:p>
          <a:p>
            <a:endParaRPr lang="en-GB" dirty="0"/>
          </a:p>
          <a:p>
            <a:endParaRPr lang="en-GB" dirty="0"/>
          </a:p>
          <a:p>
            <a:r>
              <a:rPr lang="en-GB" dirty="0"/>
              <a:t>Individual data modification statements are automatically treated as standalone transactions</a:t>
            </a:r>
          </a:p>
          <a:p>
            <a:r>
              <a:rPr lang="en-GB" dirty="0" smtClean="0"/>
              <a:t>SQL </a:t>
            </a:r>
            <a:r>
              <a:rPr lang="en-GB" dirty="0"/>
              <a:t>Server uses locking mechanisms and the transaction log to support transactions </a:t>
            </a:r>
          </a:p>
          <a:p>
            <a:endParaRPr lang="en-GB" dirty="0"/>
          </a:p>
        </p:txBody>
      </p:sp>
      <p:sp>
        <p:nvSpPr>
          <p:cNvPr id="5" name="AutoShape 3"/>
          <p:cNvSpPr>
            <a:spLocks noChangeArrowheads="1"/>
          </p:cNvSpPr>
          <p:nvPr/>
        </p:nvSpPr>
        <p:spPr bwMode="auto">
          <a:xfrm>
            <a:off x="2433487" y="3012730"/>
            <a:ext cx="6531920" cy="1054953"/>
          </a:xfrm>
          <a:prstGeom prst="roundRect">
            <a:avLst>
              <a:gd name="adj" fmla="val 7093"/>
            </a:avLst>
          </a:prstGeom>
          <a:solidFill>
            <a:srgbClr val="8DACD0">
              <a:lumMod val="20000"/>
              <a:lumOff val="80000"/>
            </a:srgbClr>
          </a:solidFill>
          <a:ln w="9525" algn="ctr">
            <a:solidFill>
              <a:srgbClr val="808080"/>
            </a:solidFill>
            <a:round/>
            <a:headEnd/>
            <a:tailEnd/>
          </a:ln>
          <a:effectLst>
            <a:outerShdw dist="35921" dir="2700000" algn="ctr" rotWithShape="0">
              <a:srgbClr val="C0C0C0"/>
            </a:outerShdw>
          </a:effectLst>
        </p:spPr>
        <p:txBody>
          <a:bodyPr wrap="square" anchor="ctr">
            <a:spAutoFit/>
          </a:body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sz="2000" i="0" u="none" strike="noStrike" kern="0" cap="none" spc="0" normalizeH="0" baseline="0" noProof="0" dirty="0" smtClean="0">
                <a:ln>
                  <a:noFill/>
                </a:ln>
                <a:effectLst/>
                <a:uLnTx/>
                <a:uFillTx/>
                <a:latin typeface="Segoe UI" panose="020B0502040204020203" pitchFamily="34" charset="0"/>
                <a:cs typeface="Segoe UI" panose="020B0502040204020203" pitchFamily="34" charset="0"/>
              </a:rPr>
              <a:t>--Two tasks that make up a unit of work</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2000" i="0" u="none" strike="noStrike" kern="0" cap="none" spc="0" normalizeH="0" baseline="0" noProof="0" dirty="0" smtClean="0">
                <a:ln>
                  <a:noFill/>
                </a:ln>
                <a:effectLst/>
                <a:uLnTx/>
                <a:uFillTx/>
                <a:latin typeface="Segoe UI" panose="020B0502040204020203" pitchFamily="34" charset="0"/>
                <a:cs typeface="Segoe UI" panose="020B0502040204020203" pitchFamily="34" charset="0"/>
              </a:rPr>
              <a:t>INSERT INTO </a:t>
            </a:r>
            <a:r>
              <a:rPr kumimoji="0" lang="en-US" sz="2000" i="0" u="none" strike="noStrike" kern="0" cap="none" spc="0" normalizeH="0" baseline="0" noProof="0" dirty="0" err="1" smtClean="0">
                <a:ln>
                  <a:noFill/>
                </a:ln>
                <a:effectLst/>
                <a:uLnTx/>
                <a:uFillTx/>
                <a:latin typeface="Segoe UI" panose="020B0502040204020203" pitchFamily="34" charset="0"/>
                <a:cs typeface="Segoe UI" panose="020B0502040204020203" pitchFamily="34" charset="0"/>
              </a:rPr>
              <a:t>Sales.Order</a:t>
            </a:r>
            <a:r>
              <a:rPr kumimoji="0" lang="en-US" sz="2000" i="0" u="none" strike="noStrike" kern="0" cap="none" spc="0" normalizeH="0" baseline="0" noProof="0" dirty="0" smtClean="0">
                <a:ln>
                  <a:noFill/>
                </a:ln>
                <a:effectLst/>
                <a:uLnTx/>
                <a:uFillTx/>
                <a:latin typeface="Segoe UI" panose="020B0502040204020203" pitchFamily="34" charset="0"/>
                <a:cs typeface="Segoe UI" panose="020B0502040204020203"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2000" i="0" u="none" strike="noStrike" kern="0" cap="none" spc="0" normalizeH="0" baseline="0" noProof="0" dirty="0" smtClean="0">
                <a:ln>
                  <a:noFill/>
                </a:ln>
                <a:effectLst/>
                <a:uLnTx/>
                <a:uFillTx/>
                <a:latin typeface="Segoe UI" panose="020B0502040204020203" pitchFamily="34" charset="0"/>
                <a:cs typeface="Segoe UI" panose="020B0502040204020203" pitchFamily="34" charset="0"/>
              </a:rPr>
              <a:t>INSERT INTO </a:t>
            </a:r>
            <a:r>
              <a:rPr kumimoji="0" lang="en-US" sz="2000" i="0" u="none" strike="noStrike" kern="0" cap="none" spc="0" normalizeH="0" baseline="0" noProof="0" dirty="0" err="1" smtClean="0">
                <a:ln>
                  <a:noFill/>
                </a:ln>
                <a:effectLst/>
                <a:uLnTx/>
                <a:uFillTx/>
                <a:latin typeface="Segoe UI" panose="020B0502040204020203" pitchFamily="34" charset="0"/>
                <a:cs typeface="Segoe UI" panose="020B0502040204020203" pitchFamily="34" charset="0"/>
              </a:rPr>
              <a:t>Sales.OrderDetail</a:t>
            </a:r>
            <a:r>
              <a:rPr kumimoji="0" lang="en-US" sz="2000" i="0" u="none" strike="noStrike" kern="0" cap="none" spc="0" normalizeH="0" baseline="0" noProof="0" dirty="0" smtClean="0">
                <a:ln>
                  <a:noFill/>
                </a:ln>
                <a:effectLst/>
                <a:uLnTx/>
                <a:uFillTx/>
                <a:latin typeface="Segoe UI" panose="020B0502040204020203" pitchFamily="34" charset="0"/>
                <a:cs typeface="Segoe UI" panose="020B0502040204020203" pitchFamily="34" charset="0"/>
              </a:rPr>
              <a:t> ...</a:t>
            </a:r>
          </a:p>
        </p:txBody>
      </p:sp>
    </p:spTree>
    <p:extLst>
      <p:ext uri="{BB962C8B-B14F-4D97-AF65-F5344CB8AC3E}">
        <p14:creationId xmlns:p14="http://schemas.microsoft.com/office/powerpoint/2010/main" xmlns="" val="3025993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Implementing Explicit Transactions</a:t>
            </a:r>
            <a:endParaRPr lang="en-GB" dirty="0"/>
          </a:p>
        </p:txBody>
      </p:sp>
      <p:sp>
        <p:nvSpPr>
          <p:cNvPr id="3" name="Content Placeholder 2"/>
          <p:cNvSpPr>
            <a:spLocks noGrp="1"/>
          </p:cNvSpPr>
          <p:nvPr>
            <p:ph sz="quarter" idx="10"/>
          </p:nvPr>
        </p:nvSpPr>
        <p:spPr>
          <a:xfrm>
            <a:off x="379413" y="1050131"/>
            <a:ext cx="6557168" cy="5628483"/>
          </a:xfrm>
        </p:spPr>
        <p:txBody>
          <a:bodyPr/>
          <a:lstStyle/>
          <a:p>
            <a:r>
              <a:rPr lang="en-GB" sz="2800" dirty="0" smtClean="0"/>
              <a:t>Use BEGIN TRANSACTION to start a transaction</a:t>
            </a:r>
          </a:p>
          <a:p>
            <a:r>
              <a:rPr lang="en-GB" sz="2800" dirty="0" smtClean="0"/>
              <a:t>USE COMMIT TRANSACTION to complete a transaction</a:t>
            </a:r>
          </a:p>
          <a:p>
            <a:r>
              <a:rPr lang="en-GB" sz="2800" dirty="0" smtClean="0"/>
              <a:t>USE ROLLBACK TRANSACTION to cancel a transaction</a:t>
            </a:r>
          </a:p>
          <a:p>
            <a:pPr lvl="1"/>
            <a:r>
              <a:rPr lang="en-GB" sz="2400" dirty="0" smtClean="0"/>
              <a:t>Or enable XACT_ABORT to automatically rollback on error</a:t>
            </a:r>
          </a:p>
          <a:p>
            <a:r>
              <a:rPr lang="en-GB" sz="2800" dirty="0" smtClean="0"/>
              <a:t>Use @@TRANCOUNT and  XACT_STATE() to check transaction status</a:t>
            </a:r>
          </a:p>
          <a:p>
            <a:endParaRPr lang="en-GB" sz="2800" dirty="0"/>
          </a:p>
        </p:txBody>
      </p:sp>
      <p:sp>
        <p:nvSpPr>
          <p:cNvPr id="4" name="Rounded Rectangle 3"/>
          <p:cNvSpPr/>
          <p:nvPr/>
        </p:nvSpPr>
        <p:spPr bwMode="auto">
          <a:xfrm>
            <a:off x="7093744" y="1568525"/>
            <a:ext cx="4900612" cy="4553669"/>
          </a:xfrm>
          <a:prstGeom prst="roundRect">
            <a:avLst/>
          </a:prstGeom>
          <a:solidFill>
            <a:srgbClr val="8DACD0">
              <a:lumMod val="20000"/>
              <a:lumOff val="80000"/>
            </a:srgbClr>
          </a:solidFill>
          <a:ln w="9525" cap="flat" cmpd="sng" algn="ctr">
            <a:no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lvl="0" indent="0" defTabSz="914400" eaLnBrk="0" fontAlgn="auto" latinLnBrk="0" hangingPunct="0">
              <a:lnSpc>
                <a:spcPct val="100000"/>
              </a:lnSpc>
              <a:spcBef>
                <a:spcPts val="0"/>
              </a:spcBef>
              <a:spcAft>
                <a:spcPts val="0"/>
              </a:spcAft>
              <a:buClrTx/>
              <a:buSzTx/>
              <a:buFontTx/>
              <a:buNone/>
              <a:tabLst/>
              <a:defRPr/>
            </a:pPr>
            <a:r>
              <a:rPr lang="en-GB" kern="0" dirty="0" smtClean="0">
                <a:solidFill>
                  <a:srgbClr val="000000"/>
                </a:solidFill>
                <a:latin typeface="Segoe UI" panose="020B0502040204020203" pitchFamily="34" charset="0"/>
                <a:cs typeface="Segoe UI" panose="020B0502040204020203" pitchFamily="34" charset="0"/>
              </a:rPr>
              <a:t>BEGIN TRY</a:t>
            </a:r>
          </a:p>
          <a:p>
            <a:pPr marL="0" marR="0" lvl="0" indent="0" defTabSz="914400" eaLnBrk="0" fontAlgn="auto" latinLnBrk="0" hangingPunct="0">
              <a:lnSpc>
                <a:spcPct val="100000"/>
              </a:lnSpc>
              <a:spcBef>
                <a:spcPts val="0"/>
              </a:spcBef>
              <a:spcAft>
                <a:spcPts val="0"/>
              </a:spcAft>
              <a:buClrTx/>
              <a:buSzTx/>
              <a:buFontTx/>
              <a:buNone/>
              <a:tabLst/>
              <a:defRPr/>
            </a:pPr>
            <a:r>
              <a:rPr lang="en-GB" b="1" kern="0" dirty="0">
                <a:solidFill>
                  <a:srgbClr val="000000"/>
                </a:solidFill>
                <a:latin typeface="Segoe UI" panose="020B0502040204020203" pitchFamily="34" charset="0"/>
                <a:cs typeface="Segoe UI" panose="020B0502040204020203" pitchFamily="34" charset="0"/>
              </a:rPr>
              <a:t> </a:t>
            </a:r>
            <a:r>
              <a:rPr lang="en-GB" b="1" kern="0" dirty="0" smtClean="0">
                <a:solidFill>
                  <a:srgbClr val="000000"/>
                </a:solidFill>
                <a:latin typeface="Segoe UI" panose="020B0502040204020203" pitchFamily="34" charset="0"/>
                <a:cs typeface="Segoe UI" panose="020B0502040204020203" pitchFamily="34" charset="0"/>
              </a:rPr>
              <a:t> BEGIN TRANSACTION</a:t>
            </a:r>
          </a:p>
          <a:p>
            <a:pPr marL="0" marR="0" lvl="0" indent="0" defTabSz="914400" eaLnBrk="0" fontAlgn="auto" latinLnBrk="0" hangingPunct="0">
              <a:lnSpc>
                <a:spcPct val="100000"/>
              </a:lnSpc>
              <a:spcBef>
                <a:spcPts val="0"/>
              </a:spcBef>
              <a:spcAft>
                <a:spcPts val="0"/>
              </a:spcAft>
              <a:buClrTx/>
              <a:buSzTx/>
              <a:buFontTx/>
              <a:buNone/>
              <a:tabLst/>
              <a:defRPr/>
            </a:pPr>
            <a:r>
              <a:rPr lang="en-GB" kern="0" dirty="0">
                <a:solidFill>
                  <a:srgbClr val="000000"/>
                </a:solidFill>
                <a:latin typeface="Segoe UI" panose="020B0502040204020203" pitchFamily="34" charset="0"/>
                <a:cs typeface="Segoe UI" panose="020B0502040204020203" pitchFamily="34" charset="0"/>
              </a:rPr>
              <a:t> </a:t>
            </a:r>
            <a:r>
              <a:rPr lang="en-GB" kern="0" dirty="0" smtClean="0">
                <a:solidFill>
                  <a:srgbClr val="000000"/>
                </a:solidFill>
                <a:latin typeface="Segoe UI" panose="020B0502040204020203" pitchFamily="34" charset="0"/>
                <a:cs typeface="Segoe UI" panose="020B0502040204020203" pitchFamily="34" charset="0"/>
              </a:rPr>
              <a:t>   INSERT INTO </a:t>
            </a:r>
            <a:r>
              <a:rPr lang="en-GB" kern="0" dirty="0" err="1" smtClean="0">
                <a:solidFill>
                  <a:srgbClr val="000000"/>
                </a:solidFill>
                <a:latin typeface="Segoe UI" panose="020B0502040204020203" pitchFamily="34" charset="0"/>
                <a:cs typeface="Segoe UI" panose="020B0502040204020203" pitchFamily="34" charset="0"/>
              </a:rPr>
              <a:t>Sales.Order</a:t>
            </a:r>
            <a:r>
              <a:rPr lang="en-GB" kern="0" dirty="0" smtClean="0">
                <a:solidFill>
                  <a:srgbClr val="000000"/>
                </a:solidFill>
                <a:latin typeface="Segoe UI" panose="020B0502040204020203" pitchFamily="34" charset="0"/>
                <a:cs typeface="Segoe UI" panose="020B0502040204020203" pitchFamily="34" charset="0"/>
              </a:rPr>
              <a:t>…</a:t>
            </a:r>
          </a:p>
          <a:p>
            <a:pPr marL="0" marR="0" lvl="0" indent="0" defTabSz="914400" eaLnBrk="0" fontAlgn="auto" latinLnBrk="0" hangingPunct="0">
              <a:lnSpc>
                <a:spcPct val="100000"/>
              </a:lnSpc>
              <a:spcBef>
                <a:spcPts val="0"/>
              </a:spcBef>
              <a:spcAft>
                <a:spcPts val="0"/>
              </a:spcAft>
              <a:buClrTx/>
              <a:buSzTx/>
              <a:buFontTx/>
              <a:buNone/>
              <a:tabLst/>
              <a:defRPr/>
            </a:pPr>
            <a:r>
              <a:rPr lang="en-GB" kern="0" dirty="0">
                <a:solidFill>
                  <a:srgbClr val="000000"/>
                </a:solidFill>
                <a:latin typeface="Segoe UI" panose="020B0502040204020203" pitchFamily="34" charset="0"/>
                <a:cs typeface="Segoe UI" panose="020B0502040204020203" pitchFamily="34" charset="0"/>
              </a:rPr>
              <a:t> </a:t>
            </a:r>
            <a:r>
              <a:rPr lang="en-GB" kern="0" dirty="0" smtClean="0">
                <a:solidFill>
                  <a:srgbClr val="000000"/>
                </a:solidFill>
                <a:latin typeface="Segoe UI" panose="020B0502040204020203" pitchFamily="34" charset="0"/>
                <a:cs typeface="Segoe UI" panose="020B0502040204020203" pitchFamily="34" charset="0"/>
              </a:rPr>
              <a:t>   INSERT INTO </a:t>
            </a:r>
            <a:r>
              <a:rPr lang="en-GB" kern="0" dirty="0" err="1" smtClean="0">
                <a:solidFill>
                  <a:srgbClr val="000000"/>
                </a:solidFill>
                <a:latin typeface="Segoe UI" panose="020B0502040204020203" pitchFamily="34" charset="0"/>
                <a:cs typeface="Segoe UI" panose="020B0502040204020203" pitchFamily="34" charset="0"/>
              </a:rPr>
              <a:t>Sales.OrderDetail</a:t>
            </a:r>
            <a:r>
              <a:rPr lang="en-GB" kern="0" dirty="0" smtClean="0">
                <a:solidFill>
                  <a:srgbClr val="000000"/>
                </a:solidFill>
                <a:latin typeface="Segoe UI" panose="020B0502040204020203" pitchFamily="34" charset="0"/>
                <a:cs typeface="Segoe UI" panose="020B0502040204020203" pitchFamily="34" charset="0"/>
              </a:rPr>
              <a:t>…</a:t>
            </a:r>
          </a:p>
          <a:p>
            <a:pPr marL="0" marR="0" lvl="0" indent="0" defTabSz="914400" eaLnBrk="0" fontAlgn="auto" latinLnBrk="0" hangingPunct="0">
              <a:lnSpc>
                <a:spcPct val="100000"/>
              </a:lnSpc>
              <a:spcBef>
                <a:spcPts val="0"/>
              </a:spcBef>
              <a:spcAft>
                <a:spcPts val="0"/>
              </a:spcAft>
              <a:buClrTx/>
              <a:buSzTx/>
              <a:buFontTx/>
              <a:buNone/>
              <a:tabLst/>
              <a:defRPr/>
            </a:pPr>
            <a:r>
              <a:rPr lang="en-GB" kern="0" dirty="0" smtClean="0">
                <a:solidFill>
                  <a:srgbClr val="000000"/>
                </a:solidFill>
                <a:latin typeface="Segoe UI" panose="020B0502040204020203" pitchFamily="34" charset="0"/>
                <a:cs typeface="Segoe UI" panose="020B0502040204020203" pitchFamily="34" charset="0"/>
              </a:rPr>
              <a:t>  </a:t>
            </a:r>
            <a:r>
              <a:rPr lang="en-GB" b="1" kern="0" dirty="0" smtClean="0">
                <a:solidFill>
                  <a:srgbClr val="000000"/>
                </a:solidFill>
                <a:latin typeface="Segoe UI" panose="020B0502040204020203" pitchFamily="34" charset="0"/>
                <a:cs typeface="Segoe UI" panose="020B0502040204020203" pitchFamily="34" charset="0"/>
              </a:rPr>
              <a:t>COMMIT TRANSACTION</a:t>
            </a:r>
          </a:p>
          <a:p>
            <a:pPr marL="0" marR="0" lvl="0" indent="0" defTabSz="914400" eaLnBrk="0" fontAlgn="auto" latinLnBrk="0" hangingPunct="0">
              <a:lnSpc>
                <a:spcPct val="100000"/>
              </a:lnSpc>
              <a:spcBef>
                <a:spcPts val="0"/>
              </a:spcBef>
              <a:spcAft>
                <a:spcPts val="0"/>
              </a:spcAft>
              <a:buClrTx/>
              <a:buSzTx/>
              <a:buFontTx/>
              <a:buNone/>
              <a:tabLst/>
              <a:defRPr/>
            </a:pPr>
            <a:r>
              <a:rPr lang="en-GB" kern="0" baseline="0" dirty="0" smtClean="0">
                <a:solidFill>
                  <a:srgbClr val="000000"/>
                </a:solidFill>
                <a:latin typeface="Segoe UI" panose="020B0502040204020203" pitchFamily="34" charset="0"/>
                <a:cs typeface="Segoe UI" panose="020B0502040204020203" pitchFamily="34" charset="0"/>
              </a:rPr>
              <a:t>END</a:t>
            </a:r>
            <a:r>
              <a:rPr lang="en-GB" kern="0" dirty="0" smtClean="0">
                <a:solidFill>
                  <a:srgbClr val="000000"/>
                </a:solidFill>
                <a:latin typeface="Segoe UI" panose="020B0502040204020203" pitchFamily="34" charset="0"/>
                <a:cs typeface="Segoe UI" panose="020B0502040204020203" pitchFamily="34" charset="0"/>
              </a:rPr>
              <a:t> TRY</a:t>
            </a:r>
            <a:endParaRPr kumimoji="0" lang="en-GB" sz="1800" b="0" i="0" u="none" strike="noStrike" kern="0" cap="none" spc="0" normalizeH="0" baseline="0" noProof="0" dirty="0">
              <a:ln>
                <a:noFill/>
              </a:ln>
              <a:solidFill>
                <a:srgbClr val="000000"/>
              </a:solidFill>
              <a:effectLst/>
              <a:uLnTx/>
              <a:uFillTx/>
              <a:latin typeface="Segoe UI" panose="020B0502040204020203" pitchFamily="34" charset="0"/>
              <a:cs typeface="Segoe UI" panose="020B0502040204020203" pitchFamily="34" charset="0"/>
            </a:endParaRPr>
          </a:p>
          <a:p>
            <a:pPr marL="0" marR="0" lvl="0" indent="0" defTabSz="914400" eaLnBrk="0" fontAlgn="auto" latinLnBrk="0" hangingPunct="0">
              <a:lnSpc>
                <a:spcPct val="100000"/>
              </a:lnSpc>
              <a:spcBef>
                <a:spcPts val="0"/>
              </a:spcBef>
              <a:spcAft>
                <a:spcPts val="0"/>
              </a:spcAft>
              <a:buClrTx/>
              <a:buSzTx/>
              <a:buFontTx/>
              <a:buNone/>
              <a:tabLst/>
              <a:defRPr/>
            </a:pPr>
            <a:r>
              <a:rPr lang="en-GB" kern="0" dirty="0" smtClean="0">
                <a:solidFill>
                  <a:srgbClr val="000000"/>
                </a:solidFill>
                <a:latin typeface="Segoe UI" panose="020B0502040204020203" pitchFamily="34" charset="0"/>
                <a:cs typeface="Segoe UI" panose="020B0502040204020203" pitchFamily="34" charset="0"/>
              </a:rPr>
              <a:t>BEGIN CATCH</a:t>
            </a:r>
          </a:p>
          <a:p>
            <a:pPr marL="0" marR="0" lvl="0" indent="0" defTabSz="914400" eaLnBrk="0" fontAlgn="auto" latinLnBrk="0" hangingPunct="0">
              <a:lnSpc>
                <a:spcPct val="100000"/>
              </a:lnSpc>
              <a:spcBef>
                <a:spcPts val="0"/>
              </a:spcBef>
              <a:spcAft>
                <a:spcPts val="0"/>
              </a:spcAft>
              <a:buClrTx/>
              <a:buSzTx/>
              <a:buFontTx/>
              <a:buNone/>
              <a:tabLst/>
              <a:defRPr/>
            </a:pPr>
            <a:r>
              <a:rPr lang="en-GB" kern="0" dirty="0" smtClean="0">
                <a:solidFill>
                  <a:srgbClr val="000000"/>
                </a:solidFill>
                <a:latin typeface="Segoe UI" panose="020B0502040204020203" pitchFamily="34" charset="0"/>
                <a:cs typeface="Segoe UI" panose="020B0502040204020203" pitchFamily="34" charset="0"/>
              </a:rPr>
              <a:t>  IF @@TRANCOUNT &gt; 0</a:t>
            </a:r>
          </a:p>
          <a:p>
            <a:pPr marL="0" marR="0" lvl="0" indent="0" defTabSz="914400" eaLnBrk="0" fontAlgn="auto" latinLnBrk="0" hangingPunct="0">
              <a:lnSpc>
                <a:spcPct val="100000"/>
              </a:lnSpc>
              <a:spcBef>
                <a:spcPts val="0"/>
              </a:spcBef>
              <a:spcAft>
                <a:spcPts val="0"/>
              </a:spcAft>
              <a:buClrTx/>
              <a:buSzTx/>
              <a:buFontTx/>
              <a:buNone/>
              <a:tabLst/>
              <a:defRPr/>
            </a:pPr>
            <a:r>
              <a:rPr lang="en-GB" kern="0" dirty="0">
                <a:solidFill>
                  <a:srgbClr val="000000"/>
                </a:solidFill>
                <a:latin typeface="Segoe UI" panose="020B0502040204020203" pitchFamily="34" charset="0"/>
                <a:cs typeface="Segoe UI" panose="020B0502040204020203" pitchFamily="34" charset="0"/>
              </a:rPr>
              <a:t> </a:t>
            </a:r>
            <a:r>
              <a:rPr lang="en-GB" kern="0" dirty="0" smtClean="0">
                <a:solidFill>
                  <a:srgbClr val="000000"/>
                </a:solidFill>
                <a:latin typeface="Segoe UI" panose="020B0502040204020203" pitchFamily="34" charset="0"/>
                <a:cs typeface="Segoe UI" panose="020B0502040204020203" pitchFamily="34" charset="0"/>
              </a:rPr>
              <a:t> BEGIN</a:t>
            </a:r>
          </a:p>
          <a:p>
            <a:pPr marL="0" marR="0" lvl="0" indent="0" defTabSz="914400" eaLnBrk="0" fontAlgn="auto" latinLnBrk="0" hangingPunct="0">
              <a:lnSpc>
                <a:spcPct val="100000"/>
              </a:lnSpc>
              <a:spcBef>
                <a:spcPts val="0"/>
              </a:spcBef>
              <a:spcAft>
                <a:spcPts val="0"/>
              </a:spcAft>
              <a:buClrTx/>
              <a:buSzTx/>
              <a:buFontTx/>
              <a:buNone/>
              <a:tabLst/>
              <a:defRPr/>
            </a:pPr>
            <a:r>
              <a:rPr lang="en-GB" kern="0" dirty="0" smtClean="0">
                <a:solidFill>
                  <a:srgbClr val="000000"/>
                </a:solidFill>
                <a:latin typeface="Segoe UI" panose="020B0502040204020203" pitchFamily="34" charset="0"/>
                <a:cs typeface="Segoe UI" panose="020B0502040204020203" pitchFamily="34" charset="0"/>
              </a:rPr>
              <a:t>    </a:t>
            </a:r>
            <a:r>
              <a:rPr lang="en-GB" b="1" kern="0" dirty="0" smtClean="0">
                <a:solidFill>
                  <a:srgbClr val="000000"/>
                </a:solidFill>
                <a:latin typeface="Segoe UI" panose="020B0502040204020203" pitchFamily="34" charset="0"/>
                <a:cs typeface="Segoe UI" panose="020B0502040204020203" pitchFamily="34" charset="0"/>
              </a:rPr>
              <a:t>ROLLBACK TRANSACTION</a:t>
            </a:r>
          </a:p>
          <a:p>
            <a:pPr marL="0" marR="0" lvl="0" indent="0" defTabSz="914400" eaLnBrk="0" fontAlgn="auto" latinLnBrk="0" hangingPunct="0">
              <a:lnSpc>
                <a:spcPct val="100000"/>
              </a:lnSpc>
              <a:spcBef>
                <a:spcPts val="0"/>
              </a:spcBef>
              <a:spcAft>
                <a:spcPts val="0"/>
              </a:spcAft>
              <a:buClrTx/>
              <a:buSzTx/>
              <a:buFontTx/>
              <a:buNone/>
              <a:tabLst/>
              <a:defRPr/>
            </a:pPr>
            <a:r>
              <a:rPr lang="en-GB" kern="0" dirty="0">
                <a:solidFill>
                  <a:srgbClr val="000000"/>
                </a:solidFill>
                <a:latin typeface="Segoe UI" panose="020B0502040204020203" pitchFamily="34" charset="0"/>
                <a:cs typeface="Segoe UI" panose="020B0502040204020203" pitchFamily="34" charset="0"/>
              </a:rPr>
              <a:t> </a:t>
            </a:r>
            <a:r>
              <a:rPr lang="en-GB" kern="0" dirty="0" smtClean="0">
                <a:solidFill>
                  <a:srgbClr val="000000"/>
                </a:solidFill>
                <a:latin typeface="Segoe UI" panose="020B0502040204020203" pitchFamily="34" charset="0"/>
                <a:cs typeface="Segoe UI" panose="020B0502040204020203" pitchFamily="34" charset="0"/>
              </a:rPr>
              <a:t> END</a:t>
            </a:r>
          </a:p>
          <a:p>
            <a:pPr eaLnBrk="0" hangingPunct="0"/>
            <a:r>
              <a:rPr lang="en-GB" kern="0" dirty="0" smtClean="0">
                <a:solidFill>
                  <a:srgbClr val="000000"/>
                </a:solidFill>
                <a:latin typeface="Segoe UI" panose="020B0502040204020203" pitchFamily="34" charset="0"/>
                <a:cs typeface="Segoe UI" panose="020B0502040204020203" pitchFamily="34" charset="0"/>
              </a:rPr>
              <a:t>  </a:t>
            </a:r>
            <a:r>
              <a:rPr lang="en-GB" kern="0" dirty="0">
                <a:solidFill>
                  <a:srgbClr val="000000"/>
                </a:solidFill>
                <a:latin typeface="Segoe UI" panose="020B0502040204020203" pitchFamily="34" charset="0"/>
                <a:cs typeface="Segoe UI" panose="020B0502040204020203" pitchFamily="34" charset="0"/>
              </a:rPr>
              <a:t>PRINT ERROR_MESSAGE();</a:t>
            </a:r>
          </a:p>
          <a:p>
            <a:pPr marL="0" marR="0" lvl="0" indent="0" defTabSz="914400" eaLnBrk="0" fontAlgn="auto" latinLnBrk="0" hangingPunct="0">
              <a:lnSpc>
                <a:spcPct val="100000"/>
              </a:lnSpc>
              <a:spcBef>
                <a:spcPts val="0"/>
              </a:spcBef>
              <a:spcAft>
                <a:spcPts val="0"/>
              </a:spcAft>
              <a:buClrTx/>
              <a:buSzTx/>
              <a:buFontTx/>
              <a:buNone/>
              <a:tabLst/>
              <a:defRPr/>
            </a:pPr>
            <a:r>
              <a:rPr lang="en-GB" kern="0" dirty="0" smtClean="0">
                <a:solidFill>
                  <a:srgbClr val="000000"/>
                </a:solidFill>
                <a:latin typeface="Segoe UI" panose="020B0502040204020203" pitchFamily="34" charset="0"/>
                <a:cs typeface="Segoe UI" panose="020B0502040204020203" pitchFamily="34" charset="0"/>
              </a:rPr>
              <a:t>  THROW 50001, ‘An error occurred’, 0;</a:t>
            </a:r>
            <a:endParaRPr lang="en-GB" kern="0" dirty="0">
              <a:solidFill>
                <a:srgbClr val="000000"/>
              </a:solidFill>
              <a:latin typeface="Segoe UI" panose="020B0502040204020203" pitchFamily="34" charset="0"/>
              <a:cs typeface="Segoe UI" panose="020B0502040204020203" pitchFamily="34" charset="0"/>
            </a:endParaRPr>
          </a:p>
          <a:p>
            <a:pPr marL="0" marR="0" lvl="0" indent="0" defTabSz="914400" eaLnBrk="0" fontAlgn="auto" latinLnBrk="0" hangingPunct="0">
              <a:lnSpc>
                <a:spcPct val="100000"/>
              </a:lnSpc>
              <a:spcBef>
                <a:spcPts val="0"/>
              </a:spcBef>
              <a:spcAft>
                <a:spcPts val="0"/>
              </a:spcAft>
              <a:buClrTx/>
              <a:buSzTx/>
              <a:buFontTx/>
              <a:buNone/>
              <a:tabLst/>
              <a:defRPr/>
            </a:pPr>
            <a:r>
              <a:rPr lang="en-GB" kern="0" dirty="0" smtClean="0">
                <a:solidFill>
                  <a:srgbClr val="000000"/>
                </a:solidFill>
                <a:latin typeface="Segoe UI" panose="020B0502040204020203" pitchFamily="34" charset="0"/>
                <a:cs typeface="Segoe UI" panose="020B0502040204020203" pitchFamily="34" charset="0"/>
              </a:rPr>
              <a:t>END CATCH;</a:t>
            </a:r>
          </a:p>
        </p:txBody>
      </p:sp>
    </p:spTree>
    <p:extLst>
      <p:ext uri="{BB962C8B-B14F-4D97-AF65-F5344CB8AC3E}">
        <p14:creationId xmlns:p14="http://schemas.microsoft.com/office/powerpoint/2010/main" xmlns="" val="2198695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Implementing Transactions</a:t>
            </a:r>
            <a:endParaRPr lang="en-GB" dirty="0"/>
          </a:p>
        </p:txBody>
      </p:sp>
    </p:spTree>
    <p:extLst>
      <p:ext uri="{BB962C8B-B14F-4D97-AF65-F5344CB8AC3E}">
        <p14:creationId xmlns:p14="http://schemas.microsoft.com/office/powerpoint/2010/main" xmlns="" val="2423037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0"/>
          </p:nvPr>
        </p:nvSpPr>
        <p:spPr/>
        <p:txBody>
          <a:bodyPr>
            <a:normAutofit/>
          </a:bodyPr>
          <a:lstStyle/>
          <a:p>
            <a:r>
              <a:rPr lang="en-GB" dirty="0" smtClean="0"/>
              <a:t>Errors and Error Messages</a:t>
            </a:r>
          </a:p>
          <a:p>
            <a:r>
              <a:rPr lang="en-GB" dirty="0" smtClean="0"/>
              <a:t>Raising Errors</a:t>
            </a:r>
          </a:p>
          <a:p>
            <a:r>
              <a:rPr lang="en-GB" dirty="0" smtClean="0"/>
              <a:t>Catching and </a:t>
            </a:r>
            <a:r>
              <a:rPr lang="en-GB" dirty="0"/>
              <a:t>H</a:t>
            </a:r>
            <a:r>
              <a:rPr lang="en-GB" dirty="0" smtClean="0"/>
              <a:t>andling Errors</a:t>
            </a:r>
          </a:p>
          <a:p>
            <a:r>
              <a:rPr lang="en-GB" dirty="0" smtClean="0"/>
              <a:t>Introduction to Transactions</a:t>
            </a:r>
          </a:p>
          <a:p>
            <a:r>
              <a:rPr lang="en-GB" dirty="0" smtClean="0"/>
              <a:t>Implementing Explicit Transactions</a:t>
            </a:r>
          </a:p>
          <a:p>
            <a:endParaRPr lang="en-GB" dirty="0"/>
          </a:p>
          <a:p>
            <a:r>
              <a:rPr lang="en-GB" dirty="0" smtClean="0"/>
              <a:t>Lab: Error Handling and Transactions</a:t>
            </a:r>
          </a:p>
        </p:txBody>
      </p:sp>
      <p:sp>
        <p:nvSpPr>
          <p:cNvPr id="2" name="Title 1"/>
          <p:cNvSpPr>
            <a:spLocks noGrp="1"/>
          </p:cNvSpPr>
          <p:nvPr>
            <p:ph type="title"/>
          </p:nvPr>
        </p:nvSpPr>
        <p:spPr/>
        <p:txBody>
          <a:bodyPr/>
          <a:lstStyle/>
          <a:p>
            <a:r>
              <a:rPr lang="en-US" dirty="0"/>
              <a:t>Error Handling and Transactions</a:t>
            </a:r>
          </a:p>
        </p:txBody>
      </p:sp>
    </p:spTree>
    <p:extLst>
      <p:ext uri="{BB962C8B-B14F-4D97-AF65-F5344CB8AC3E}">
        <p14:creationId xmlns:p14="http://schemas.microsoft.com/office/powerpoint/2010/main" xmlns="" val="14332135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89836340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E1EDCD"/>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E1EDCD"/>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E1EDCD"/>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odule xmlns="80A71032-C16A-4ACC-83BF-D0F9240327F6">11</Module>
    <Content_x0020_Type xmlns="80A71032-C16A-4ACC-83BF-D0F9240327F6">Slide Presentation Policheck</Content_x0020_Type>
    <Status xmlns="80A71032-C16A-4ACC-83BF-D0F9240327F6">Final</Statu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0140C9F36D8864BBD4046C1E339F64D" ma:contentTypeVersion="" ma:contentTypeDescription="Create a new document." ma:contentTypeScope="" ma:versionID="71cb34a51de4ff91df97b9a6e71a60e2">
  <xsd:schema xmlns:xsd="http://www.w3.org/2001/XMLSchema" xmlns:xs="http://www.w3.org/2001/XMLSchema" xmlns:p="http://schemas.microsoft.com/office/2006/metadata/properties" xmlns:ns2="80A71032-C16A-4ACC-83BF-D0F9240327F6" xmlns:ns3="27aa9422-7f1f-4c84-9cdf-302b1a67e513" targetNamespace="http://schemas.microsoft.com/office/2006/metadata/properties" ma:root="true" ma:fieldsID="c01dafa997595310f82b253cc960ff13" ns2:_="" ns3:_="">
    <xsd:import namespace="80A71032-C16A-4ACC-83BF-D0F9240327F6"/>
    <xsd:import namespace="27aa9422-7f1f-4c84-9cdf-302b1a67e513"/>
    <xsd:element name="properties">
      <xsd:complexType>
        <xsd:sequence>
          <xsd:element name="documentManagement">
            <xsd:complexType>
              <xsd:all>
                <xsd:element ref="ns2:Content_x0020_Type"/>
                <xsd:element ref="ns2:Module" minOccurs="0"/>
                <xsd:element ref="ns2:Status"/>
                <xsd:element ref="ns3:SharedWithUsers" minOccurs="0"/>
                <xsd:element ref="ns3:SharingHintHash"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0A71032-C16A-4ACC-83BF-D0F9240327F6" elementFormDefault="qualified">
    <xsd:import namespace="http://schemas.microsoft.com/office/2006/documentManagement/types"/>
    <xsd:import namespace="http://schemas.microsoft.com/office/infopath/2007/PartnerControls"/>
    <xsd:element name="Content_x0020_Type" ma:index="8" ma:displayName="Content Type" ma:format="Dropdown" ma:internalName="Content_x0020_Type">
      <xsd:simpleType>
        <xsd:restriction base="dms:Choice">
          <xsd:enumeration value="Assessment"/>
          <xsd:enumeration value="Assessment Policheck"/>
          <xsd:enumeration value="Break Slides"/>
          <xsd:enumeration value="CC File"/>
          <xsd:enumeration value="CC Policheck"/>
          <xsd:enumeration value="Instructor Image"/>
          <xsd:enumeration value="Outline/Meeting Recordings"/>
          <xsd:enumeration value="Slide Presentation"/>
          <xsd:enumeration value="Slide Presentation Policheck"/>
          <xsd:enumeration value="SME Recruitment"/>
          <xsd:enumeration value="Video"/>
        </xsd:restriction>
      </xsd:simpleType>
    </xsd:element>
    <xsd:element name="Module" ma:index="9" nillable="true" ma:displayName="Module" ma:decimals="0" ma:internalName="Module" ma:percentage="FALSE">
      <xsd:simpleType>
        <xsd:restriction base="dms:Number">
          <xsd:maxInclusive value="40"/>
          <xsd:minInclusive value="1"/>
        </xsd:restriction>
      </xsd:simpleType>
    </xsd:element>
    <xsd:element name="Status" ma:index="10" ma:displayName="Status" ma:default="Draft" ma:format="Dropdown" ma:internalName="Status">
      <xsd:simpleType>
        <xsd:restriction base="dms:Choice">
          <xsd:enumeration value="Draft"/>
          <xsd:enumeration value="Final"/>
        </xsd:restriction>
      </xsd:simpleType>
    </xsd:element>
  </xsd:schema>
  <xsd:schema xmlns:xsd="http://www.w3.org/2001/XMLSchema" xmlns:xs="http://www.w3.org/2001/XMLSchema" xmlns:dms="http://schemas.microsoft.com/office/2006/documentManagement/types" xmlns:pc="http://schemas.microsoft.com/office/infopath/2007/PartnerControls" targetNamespace="27aa9422-7f1f-4c84-9cdf-302b1a67e513"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12" nillable="true" ma:displayName="Sharing Hint Hash" ma:internalName="SharingHintHash" ma:readOnly="true">
      <xsd:simpleType>
        <xsd:restriction base="dms:Text"/>
      </xsd:simple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4BE3F66-F914-446C-BBD8-5B39A5C2196D}">
  <ds:schemaRefs>
    <ds:schemaRef ds:uri="http://schemas.microsoft.com/office/2006/metadata/properties"/>
    <ds:schemaRef ds:uri="http://schemas.microsoft.com/office/infopath/2007/PartnerControls"/>
    <ds:schemaRef ds:uri="80A71032-C16A-4ACC-83BF-D0F9240327F6"/>
  </ds:schemaRefs>
</ds:datastoreItem>
</file>

<file path=customXml/itemProps2.xml><?xml version="1.0" encoding="utf-8"?>
<ds:datastoreItem xmlns:ds="http://schemas.openxmlformats.org/officeDocument/2006/customXml" ds:itemID="{3EE90259-4A03-47A6-BD43-C2E815CD0D36}">
  <ds:schemaRefs>
    <ds:schemaRef ds:uri="http://schemas.microsoft.com/sharepoint/v3/contenttype/forms"/>
  </ds:schemaRefs>
</ds:datastoreItem>
</file>

<file path=customXml/itemProps3.xml><?xml version="1.0" encoding="utf-8"?>
<ds:datastoreItem xmlns:ds="http://schemas.openxmlformats.org/officeDocument/2006/customXml" ds:itemID="{45F604B1-2006-4B36-A0C2-F2776C585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0A71032-C16A-4ACC-83BF-D0F9240327F6"/>
    <ds:schemaRef ds:uri="27aa9422-7f1f-4c84-9cdf-302b1a67e51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0</TotalTime>
  <Words>511</Words>
  <Application>Microsoft Office PowerPoint</Application>
  <PresentationFormat>Vlastní</PresentationFormat>
  <Paragraphs>104</Paragraphs>
  <Slides>12</Slides>
  <Notes>3</Notes>
  <HiddenSlides>0</HiddenSlides>
  <MMClips>0</MMClips>
  <ScaleCrop>false</ScaleCrop>
  <HeadingPairs>
    <vt:vector size="4" baseType="variant">
      <vt:variant>
        <vt:lpstr>Motiv</vt:lpstr>
      </vt:variant>
      <vt:variant>
        <vt:i4>1</vt:i4>
      </vt:variant>
      <vt:variant>
        <vt:lpstr>Nadpisy snímků</vt:lpstr>
      </vt:variant>
      <vt:variant>
        <vt:i4>12</vt:i4>
      </vt:variant>
    </vt:vector>
  </HeadingPairs>
  <TitlesOfParts>
    <vt:vector size="13" baseType="lpstr">
      <vt:lpstr>1_Office Theme</vt:lpstr>
      <vt:lpstr>Snímek 1</vt:lpstr>
      <vt:lpstr>Module Overview</vt:lpstr>
      <vt:lpstr>Errors and Error Messages</vt:lpstr>
      <vt:lpstr>Raising Errors</vt:lpstr>
      <vt:lpstr>Raising Errors</vt:lpstr>
      <vt:lpstr>Catching and Handling Errors</vt:lpstr>
      <vt:lpstr>Catching and Handling Errors</vt:lpstr>
      <vt:lpstr>Introduction to Transactions</vt:lpstr>
      <vt:lpstr>Implementing Explicit Transactions</vt:lpstr>
      <vt:lpstr>Implementing Transactions</vt:lpstr>
      <vt:lpstr>Error Handling and Transactions</vt:lpstr>
      <vt:lpstr>Snímek 12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2015-01-29T20:03:46Z</dcterms:created>
  <dcterms:modified xsi:type="dcterms:W3CDTF">2015-06-04T08:41:15Z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0x010100D0140C9F36D8864BBD4046C1E339F64D</vt:lpwstr>
  </property>
</Properties>
</file>